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61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4FD84D6-7174-4478-A8BA-D057A2819B9A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3BD356D-D81E-4458-B29E-8E578CBBB0A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Contexto: SpaceX ofrece lanzamientos por ~62M USD mientras que otros proveedores superan los 165M USD.</a:t>
          </a:r>
        </a:p>
      </dgm:t>
    </dgm:pt>
    <dgm:pt modelId="{26CF7E6E-98C8-4EBD-9448-C0669781A702}" type="parTrans" cxnId="{3A1031E6-C644-4710-8230-7CE626A39B85}">
      <dgm:prSet/>
      <dgm:spPr/>
      <dgm:t>
        <a:bodyPr/>
        <a:lstStyle/>
        <a:p>
          <a:endParaRPr lang="en-US"/>
        </a:p>
      </dgm:t>
    </dgm:pt>
    <dgm:pt modelId="{F2A27FF9-1872-446F-96A9-F6F92E09F5A8}" type="sibTrans" cxnId="{3A1031E6-C644-4710-8230-7CE626A39B85}">
      <dgm:prSet/>
      <dgm:spPr/>
      <dgm:t>
        <a:bodyPr/>
        <a:lstStyle/>
        <a:p>
          <a:endParaRPr lang="en-US"/>
        </a:p>
      </dgm:t>
    </dgm:pt>
    <dgm:pt modelId="{9E66C8E4-14DD-4803-9219-EEB0BC962B1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Problema: La reducción de costos depende de la recuperación exitosa de la primera etapa.</a:t>
          </a:r>
        </a:p>
      </dgm:t>
    </dgm:pt>
    <dgm:pt modelId="{27547552-ABC1-4373-853F-5ABCB6E441C8}" type="parTrans" cxnId="{5A16A294-E975-49F6-AB31-1F512AD1360A}">
      <dgm:prSet/>
      <dgm:spPr/>
      <dgm:t>
        <a:bodyPr/>
        <a:lstStyle/>
        <a:p>
          <a:endParaRPr lang="en-US"/>
        </a:p>
      </dgm:t>
    </dgm:pt>
    <dgm:pt modelId="{E5B3629A-E800-4952-B59B-F8C8E345CFD2}" type="sibTrans" cxnId="{5A16A294-E975-49F6-AB31-1F512AD1360A}">
      <dgm:prSet/>
      <dgm:spPr/>
      <dgm:t>
        <a:bodyPr/>
        <a:lstStyle/>
        <a:p>
          <a:endParaRPr lang="en-US"/>
        </a:p>
      </dgm:t>
    </dgm:pt>
    <dgm:pt modelId="{BF2F41B9-6371-483E-82E8-A4DB4284CED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Pregunta: ¿Podemos predecir el éxito del aterrizaje usando datos públicos de la API y Wikipedia?</a:t>
          </a:r>
        </a:p>
      </dgm:t>
    </dgm:pt>
    <dgm:pt modelId="{CEBB96BC-6B84-40F0-B380-CF9419734150}" type="parTrans" cxnId="{6C9D0EAC-77F4-4BC8-8475-4E1FA7B28162}">
      <dgm:prSet/>
      <dgm:spPr/>
      <dgm:t>
        <a:bodyPr/>
        <a:lstStyle/>
        <a:p>
          <a:endParaRPr lang="en-US"/>
        </a:p>
      </dgm:t>
    </dgm:pt>
    <dgm:pt modelId="{7A824DDF-CB2F-4206-ADE7-E9CD31CA5A3B}" type="sibTrans" cxnId="{6C9D0EAC-77F4-4BC8-8475-4E1FA7B28162}">
      <dgm:prSet/>
      <dgm:spPr/>
      <dgm:t>
        <a:bodyPr/>
        <a:lstStyle/>
        <a:p>
          <a:endParaRPr lang="en-US"/>
        </a:p>
      </dgm:t>
    </dgm:pt>
    <dgm:pt modelId="{949D3FDB-B963-4B29-A2A7-12A040A87F15}" type="pres">
      <dgm:prSet presAssocID="{34FD84D6-7174-4478-A8BA-D057A2819B9A}" presName="root" presStyleCnt="0">
        <dgm:presLayoutVars>
          <dgm:dir/>
          <dgm:resizeHandles val="exact"/>
        </dgm:presLayoutVars>
      </dgm:prSet>
      <dgm:spPr/>
    </dgm:pt>
    <dgm:pt modelId="{132463FB-8F8B-44F5-BAA8-436365EA1705}" type="pres">
      <dgm:prSet presAssocID="{C3BD356D-D81E-4458-B29E-8E578CBBB0A0}" presName="compNode" presStyleCnt="0"/>
      <dgm:spPr/>
    </dgm:pt>
    <dgm:pt modelId="{1B23C0CB-41A7-40BD-B18A-65E95DAF7B12}" type="pres">
      <dgm:prSet presAssocID="{C3BD356D-D81E-4458-B29E-8E578CBBB0A0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25081112-BC82-4540-9332-7DD5AE8B65A4}" type="pres">
      <dgm:prSet presAssocID="{C3BD356D-D81E-4458-B29E-8E578CBBB0A0}" presName="spaceRect" presStyleCnt="0"/>
      <dgm:spPr/>
    </dgm:pt>
    <dgm:pt modelId="{5CE2D946-2158-4CE1-9B39-A68AA2448A14}" type="pres">
      <dgm:prSet presAssocID="{C3BD356D-D81E-4458-B29E-8E578CBBB0A0}" presName="textRect" presStyleLbl="revTx" presStyleIdx="0" presStyleCnt="3">
        <dgm:presLayoutVars>
          <dgm:chMax val="1"/>
          <dgm:chPref val="1"/>
        </dgm:presLayoutVars>
      </dgm:prSet>
      <dgm:spPr/>
    </dgm:pt>
    <dgm:pt modelId="{1A1E2B74-C473-4366-851A-86D1CFA26BB5}" type="pres">
      <dgm:prSet presAssocID="{F2A27FF9-1872-446F-96A9-F6F92E09F5A8}" presName="sibTrans" presStyleCnt="0"/>
      <dgm:spPr/>
    </dgm:pt>
    <dgm:pt modelId="{5E95B617-B5E1-4B9C-83B0-5256FD62295C}" type="pres">
      <dgm:prSet presAssocID="{9E66C8E4-14DD-4803-9219-EEB0BC962B17}" presName="compNode" presStyleCnt="0"/>
      <dgm:spPr/>
    </dgm:pt>
    <dgm:pt modelId="{B7DC9108-4961-4615-8024-C5C043F6851B}" type="pres">
      <dgm:prSet presAssocID="{9E66C8E4-14DD-4803-9219-EEB0BC962B17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ollipop"/>
        </a:ext>
      </dgm:extLst>
    </dgm:pt>
    <dgm:pt modelId="{ADFA98FE-5C3F-447A-998A-D6EEC3160D4E}" type="pres">
      <dgm:prSet presAssocID="{9E66C8E4-14DD-4803-9219-EEB0BC962B17}" presName="spaceRect" presStyleCnt="0"/>
      <dgm:spPr/>
    </dgm:pt>
    <dgm:pt modelId="{269C6B67-F789-4F1F-8C99-794BE7030830}" type="pres">
      <dgm:prSet presAssocID="{9E66C8E4-14DD-4803-9219-EEB0BC962B17}" presName="textRect" presStyleLbl="revTx" presStyleIdx="1" presStyleCnt="3">
        <dgm:presLayoutVars>
          <dgm:chMax val="1"/>
          <dgm:chPref val="1"/>
        </dgm:presLayoutVars>
      </dgm:prSet>
      <dgm:spPr/>
    </dgm:pt>
    <dgm:pt modelId="{EFF806E6-F6E7-48BB-B2F2-022DCBABBF49}" type="pres">
      <dgm:prSet presAssocID="{E5B3629A-E800-4952-B59B-F8C8E345CFD2}" presName="sibTrans" presStyleCnt="0"/>
      <dgm:spPr/>
    </dgm:pt>
    <dgm:pt modelId="{D1AC0BF6-42C9-4816-BC5E-B2A67E58FFC4}" type="pres">
      <dgm:prSet presAssocID="{BF2F41B9-6371-483E-82E8-A4DB4284CED8}" presName="compNode" presStyleCnt="0"/>
      <dgm:spPr/>
    </dgm:pt>
    <dgm:pt modelId="{1E1A3EAD-A99F-47DB-B27F-4C10D882AA8C}" type="pres">
      <dgm:prSet presAssocID="{BF2F41B9-6371-483E-82E8-A4DB4284CED8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2DDF9677-0308-449A-8F36-02879BB19FE0}" type="pres">
      <dgm:prSet presAssocID="{BF2F41B9-6371-483E-82E8-A4DB4284CED8}" presName="spaceRect" presStyleCnt="0"/>
      <dgm:spPr/>
    </dgm:pt>
    <dgm:pt modelId="{383BE866-A182-4D8B-AD0F-E4DE4D71D18A}" type="pres">
      <dgm:prSet presAssocID="{BF2F41B9-6371-483E-82E8-A4DB4284CED8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7AAFF035-91A4-41E2-A304-E6721DBB8EB1}" type="presOf" srcId="{34FD84D6-7174-4478-A8BA-D057A2819B9A}" destId="{949D3FDB-B963-4B29-A2A7-12A040A87F15}" srcOrd="0" destOrd="0" presId="urn:microsoft.com/office/officeart/2018/2/layout/IconLabelList"/>
    <dgm:cxn modelId="{66464565-D577-4D9B-AB2F-A394EE7E57C0}" type="presOf" srcId="{9E66C8E4-14DD-4803-9219-EEB0BC962B17}" destId="{269C6B67-F789-4F1F-8C99-794BE7030830}" srcOrd="0" destOrd="0" presId="urn:microsoft.com/office/officeart/2018/2/layout/IconLabelList"/>
    <dgm:cxn modelId="{9FCF1651-10A3-4124-BED6-A2A776E55868}" type="presOf" srcId="{BF2F41B9-6371-483E-82E8-A4DB4284CED8}" destId="{383BE866-A182-4D8B-AD0F-E4DE4D71D18A}" srcOrd="0" destOrd="0" presId="urn:microsoft.com/office/officeart/2018/2/layout/IconLabelList"/>
    <dgm:cxn modelId="{5A16A294-E975-49F6-AB31-1F512AD1360A}" srcId="{34FD84D6-7174-4478-A8BA-D057A2819B9A}" destId="{9E66C8E4-14DD-4803-9219-EEB0BC962B17}" srcOrd="1" destOrd="0" parTransId="{27547552-ABC1-4373-853F-5ABCB6E441C8}" sibTransId="{E5B3629A-E800-4952-B59B-F8C8E345CFD2}"/>
    <dgm:cxn modelId="{6C9D0EAC-77F4-4BC8-8475-4E1FA7B28162}" srcId="{34FD84D6-7174-4478-A8BA-D057A2819B9A}" destId="{BF2F41B9-6371-483E-82E8-A4DB4284CED8}" srcOrd="2" destOrd="0" parTransId="{CEBB96BC-6B84-40F0-B380-CF9419734150}" sibTransId="{7A824DDF-CB2F-4206-ADE7-E9CD31CA5A3B}"/>
    <dgm:cxn modelId="{C57969B8-79F0-4C35-A133-7547DEAE9A14}" type="presOf" srcId="{C3BD356D-D81E-4458-B29E-8E578CBBB0A0}" destId="{5CE2D946-2158-4CE1-9B39-A68AA2448A14}" srcOrd="0" destOrd="0" presId="urn:microsoft.com/office/officeart/2018/2/layout/IconLabelList"/>
    <dgm:cxn modelId="{3A1031E6-C644-4710-8230-7CE626A39B85}" srcId="{34FD84D6-7174-4478-A8BA-D057A2819B9A}" destId="{C3BD356D-D81E-4458-B29E-8E578CBBB0A0}" srcOrd="0" destOrd="0" parTransId="{26CF7E6E-98C8-4EBD-9448-C0669781A702}" sibTransId="{F2A27FF9-1872-446F-96A9-F6F92E09F5A8}"/>
    <dgm:cxn modelId="{9D0F35EE-8527-4C84-BF38-CCDC7D94E063}" type="presParOf" srcId="{949D3FDB-B963-4B29-A2A7-12A040A87F15}" destId="{132463FB-8F8B-44F5-BAA8-436365EA1705}" srcOrd="0" destOrd="0" presId="urn:microsoft.com/office/officeart/2018/2/layout/IconLabelList"/>
    <dgm:cxn modelId="{5AD41333-E81A-46A6-B784-C68703F25859}" type="presParOf" srcId="{132463FB-8F8B-44F5-BAA8-436365EA1705}" destId="{1B23C0CB-41A7-40BD-B18A-65E95DAF7B12}" srcOrd="0" destOrd="0" presId="urn:microsoft.com/office/officeart/2018/2/layout/IconLabelList"/>
    <dgm:cxn modelId="{25468D2B-4914-43DC-9AB4-4A1E19BB9609}" type="presParOf" srcId="{132463FB-8F8B-44F5-BAA8-436365EA1705}" destId="{25081112-BC82-4540-9332-7DD5AE8B65A4}" srcOrd="1" destOrd="0" presId="urn:microsoft.com/office/officeart/2018/2/layout/IconLabelList"/>
    <dgm:cxn modelId="{E9E1A1A3-D355-4366-A3A3-AB1C49FEAEE2}" type="presParOf" srcId="{132463FB-8F8B-44F5-BAA8-436365EA1705}" destId="{5CE2D946-2158-4CE1-9B39-A68AA2448A14}" srcOrd="2" destOrd="0" presId="urn:microsoft.com/office/officeart/2018/2/layout/IconLabelList"/>
    <dgm:cxn modelId="{431FDE58-BFDB-401F-908E-C801012C4E37}" type="presParOf" srcId="{949D3FDB-B963-4B29-A2A7-12A040A87F15}" destId="{1A1E2B74-C473-4366-851A-86D1CFA26BB5}" srcOrd="1" destOrd="0" presId="urn:microsoft.com/office/officeart/2018/2/layout/IconLabelList"/>
    <dgm:cxn modelId="{485483A3-1FD2-42B9-AFD5-631CB7FC3969}" type="presParOf" srcId="{949D3FDB-B963-4B29-A2A7-12A040A87F15}" destId="{5E95B617-B5E1-4B9C-83B0-5256FD62295C}" srcOrd="2" destOrd="0" presId="urn:microsoft.com/office/officeart/2018/2/layout/IconLabelList"/>
    <dgm:cxn modelId="{FACCF63A-B558-469C-B8C6-C6308FB72901}" type="presParOf" srcId="{5E95B617-B5E1-4B9C-83B0-5256FD62295C}" destId="{B7DC9108-4961-4615-8024-C5C043F6851B}" srcOrd="0" destOrd="0" presId="urn:microsoft.com/office/officeart/2018/2/layout/IconLabelList"/>
    <dgm:cxn modelId="{8E0A8D94-D30F-44AE-BC94-DADD40E6E5B7}" type="presParOf" srcId="{5E95B617-B5E1-4B9C-83B0-5256FD62295C}" destId="{ADFA98FE-5C3F-447A-998A-D6EEC3160D4E}" srcOrd="1" destOrd="0" presId="urn:microsoft.com/office/officeart/2018/2/layout/IconLabelList"/>
    <dgm:cxn modelId="{BB41B58E-9439-4E9C-A83D-7F9CBA3114C1}" type="presParOf" srcId="{5E95B617-B5E1-4B9C-83B0-5256FD62295C}" destId="{269C6B67-F789-4F1F-8C99-794BE7030830}" srcOrd="2" destOrd="0" presId="urn:microsoft.com/office/officeart/2018/2/layout/IconLabelList"/>
    <dgm:cxn modelId="{2064FF6D-21F9-4710-80F5-B3E2619E3DB2}" type="presParOf" srcId="{949D3FDB-B963-4B29-A2A7-12A040A87F15}" destId="{EFF806E6-F6E7-48BB-B2F2-022DCBABBF49}" srcOrd="3" destOrd="0" presId="urn:microsoft.com/office/officeart/2018/2/layout/IconLabelList"/>
    <dgm:cxn modelId="{D4C22247-1A61-44CD-9B0F-84F1458A111E}" type="presParOf" srcId="{949D3FDB-B963-4B29-A2A7-12A040A87F15}" destId="{D1AC0BF6-42C9-4816-BC5E-B2A67E58FFC4}" srcOrd="4" destOrd="0" presId="urn:microsoft.com/office/officeart/2018/2/layout/IconLabelList"/>
    <dgm:cxn modelId="{ABCF6FA3-5939-4D01-816E-3FDFAA9F4344}" type="presParOf" srcId="{D1AC0BF6-42C9-4816-BC5E-B2A67E58FFC4}" destId="{1E1A3EAD-A99F-47DB-B27F-4C10D882AA8C}" srcOrd="0" destOrd="0" presId="urn:microsoft.com/office/officeart/2018/2/layout/IconLabelList"/>
    <dgm:cxn modelId="{58C226AE-61B2-4D5E-BB0D-96E7BEC3D502}" type="presParOf" srcId="{D1AC0BF6-42C9-4816-BC5E-B2A67E58FFC4}" destId="{2DDF9677-0308-449A-8F36-02879BB19FE0}" srcOrd="1" destOrd="0" presId="urn:microsoft.com/office/officeart/2018/2/layout/IconLabelList"/>
    <dgm:cxn modelId="{48C6EECC-7D10-4FC5-919E-C1662285F20F}" type="presParOf" srcId="{D1AC0BF6-42C9-4816-BC5E-B2A67E58FFC4}" destId="{383BE866-A182-4D8B-AD0F-E4DE4D71D18A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D263CAF-3327-44A3-948A-1E5A9079BEF2}" type="doc">
      <dgm:prSet loTypeId="urn:microsoft.com/office/officeart/2005/8/layout/cycle1" loCatId="cycle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0B3CCDAD-D3AD-42FF-B27D-6C04C5294CB9}">
      <dgm:prSet/>
      <dgm:spPr/>
      <dgm:t>
        <a:bodyPr/>
        <a:lstStyle/>
        <a:p>
          <a:r>
            <a:rPr lang="en-US"/>
            <a:t>Fuentes:</a:t>
          </a:r>
        </a:p>
      </dgm:t>
    </dgm:pt>
    <dgm:pt modelId="{F5D9A205-66BC-4FD3-A7C1-CDA414A7FD4A}" type="parTrans" cxnId="{57B10BD4-AE57-4512-9C19-532F07469180}">
      <dgm:prSet/>
      <dgm:spPr/>
      <dgm:t>
        <a:bodyPr/>
        <a:lstStyle/>
        <a:p>
          <a:endParaRPr lang="en-US"/>
        </a:p>
      </dgm:t>
    </dgm:pt>
    <dgm:pt modelId="{71FCA87F-63C6-4F84-B0B8-676746649CD4}" type="sibTrans" cxnId="{57B10BD4-AE57-4512-9C19-532F07469180}">
      <dgm:prSet/>
      <dgm:spPr/>
      <dgm:t>
        <a:bodyPr/>
        <a:lstStyle/>
        <a:p>
          <a:endParaRPr lang="en-US"/>
        </a:p>
      </dgm:t>
    </dgm:pt>
    <dgm:pt modelId="{9C9EC494-9EDF-4702-B23A-DCBBD7491200}">
      <dgm:prSet/>
      <dgm:spPr/>
      <dgm:t>
        <a:bodyPr/>
        <a:lstStyle/>
        <a:p>
          <a:r>
            <a:rPr lang="en-US"/>
            <a:t>- API de SpaceX</a:t>
          </a:r>
        </a:p>
      </dgm:t>
    </dgm:pt>
    <dgm:pt modelId="{27571155-AFF4-4908-A20A-F2685E29807B}" type="parTrans" cxnId="{9F40E8B4-72A2-45A1-9428-75D241CF7F6F}">
      <dgm:prSet/>
      <dgm:spPr/>
      <dgm:t>
        <a:bodyPr/>
        <a:lstStyle/>
        <a:p>
          <a:endParaRPr lang="en-US"/>
        </a:p>
      </dgm:t>
    </dgm:pt>
    <dgm:pt modelId="{83BE8D65-92D0-46BF-809D-B93616C36AE1}" type="sibTrans" cxnId="{9F40E8B4-72A2-45A1-9428-75D241CF7F6F}">
      <dgm:prSet/>
      <dgm:spPr/>
      <dgm:t>
        <a:bodyPr/>
        <a:lstStyle/>
        <a:p>
          <a:endParaRPr lang="en-US"/>
        </a:p>
      </dgm:t>
    </dgm:pt>
    <dgm:pt modelId="{BBDE7B68-C851-4B13-BEAA-0A8FF4CFC814}">
      <dgm:prSet/>
      <dgm:spPr/>
      <dgm:t>
        <a:bodyPr/>
        <a:lstStyle/>
        <a:p>
          <a:r>
            <a:rPr lang="en-US"/>
            <a:t>- Web Scraping de Wikipedia</a:t>
          </a:r>
        </a:p>
      </dgm:t>
    </dgm:pt>
    <dgm:pt modelId="{71C5A286-8F96-4916-AF52-85B5938DA094}" type="parTrans" cxnId="{8957E380-7A29-4DDC-BC03-99AF59D32DAC}">
      <dgm:prSet/>
      <dgm:spPr/>
      <dgm:t>
        <a:bodyPr/>
        <a:lstStyle/>
        <a:p>
          <a:endParaRPr lang="en-US"/>
        </a:p>
      </dgm:t>
    </dgm:pt>
    <dgm:pt modelId="{A0CBFF87-A585-4F09-BB07-7414AE8E2040}" type="sibTrans" cxnId="{8957E380-7A29-4DDC-BC03-99AF59D32DAC}">
      <dgm:prSet/>
      <dgm:spPr/>
      <dgm:t>
        <a:bodyPr/>
        <a:lstStyle/>
        <a:p>
          <a:endParaRPr lang="en-US"/>
        </a:p>
      </dgm:t>
    </dgm:pt>
    <dgm:pt modelId="{8CEF27B2-FA30-4CE0-9067-EAEA0F3696AD}">
      <dgm:prSet/>
      <dgm:spPr/>
      <dgm:t>
        <a:bodyPr/>
        <a:lstStyle/>
        <a:p>
          <a:r>
            <a:rPr lang="en-US"/>
            <a:t>Proceso:</a:t>
          </a:r>
        </a:p>
      </dgm:t>
    </dgm:pt>
    <dgm:pt modelId="{4179AF4B-FB0E-4229-83AA-DCD2F88E45D4}" type="parTrans" cxnId="{CD178001-03C7-4035-9708-DFFB7821614D}">
      <dgm:prSet/>
      <dgm:spPr/>
      <dgm:t>
        <a:bodyPr/>
        <a:lstStyle/>
        <a:p>
          <a:endParaRPr lang="en-US"/>
        </a:p>
      </dgm:t>
    </dgm:pt>
    <dgm:pt modelId="{E020D249-CB98-4A92-9111-F7F5257CFF3A}" type="sibTrans" cxnId="{CD178001-03C7-4035-9708-DFFB7821614D}">
      <dgm:prSet/>
      <dgm:spPr/>
      <dgm:t>
        <a:bodyPr/>
        <a:lstStyle/>
        <a:p>
          <a:endParaRPr lang="en-US"/>
        </a:p>
      </dgm:t>
    </dgm:pt>
    <dgm:pt modelId="{BF4332FC-A36A-4056-96D4-BAE702BF9667}">
      <dgm:prSet/>
      <dgm:spPr/>
      <dgm:t>
        <a:bodyPr/>
        <a:lstStyle/>
        <a:p>
          <a:r>
            <a:rPr lang="en-US"/>
            <a:t>- Extracción de características: PayloadMass, órbita, sitio de lanzamiento, core result.</a:t>
          </a:r>
        </a:p>
      </dgm:t>
    </dgm:pt>
    <dgm:pt modelId="{18C7EF74-8F30-401D-86C8-CFC06D9E7477}" type="parTrans" cxnId="{AAC7F5A4-BC2E-4DF6-97C6-A8F6F5A467BA}">
      <dgm:prSet/>
      <dgm:spPr/>
      <dgm:t>
        <a:bodyPr/>
        <a:lstStyle/>
        <a:p>
          <a:endParaRPr lang="en-US"/>
        </a:p>
      </dgm:t>
    </dgm:pt>
    <dgm:pt modelId="{81E44065-46DB-47F0-93F5-9EA75FD4E6F6}" type="sibTrans" cxnId="{AAC7F5A4-BC2E-4DF6-97C6-A8F6F5A467BA}">
      <dgm:prSet/>
      <dgm:spPr/>
      <dgm:t>
        <a:bodyPr/>
        <a:lstStyle/>
        <a:p>
          <a:endParaRPr lang="en-US"/>
        </a:p>
      </dgm:t>
    </dgm:pt>
    <dgm:pt modelId="{1E183CC4-C848-484E-A146-B650B40E2726}">
      <dgm:prSet/>
      <dgm:spPr/>
      <dgm:t>
        <a:bodyPr/>
        <a:lstStyle/>
        <a:p>
          <a:r>
            <a:rPr lang="en-US"/>
            <a:t>- Manejo de valores nulos: imputación con promedio en PayloadMass.</a:t>
          </a:r>
        </a:p>
      </dgm:t>
    </dgm:pt>
    <dgm:pt modelId="{DE44EEF2-C594-4463-A778-F32DAF3DC547}" type="parTrans" cxnId="{5E372313-C239-4204-8ACB-49B9952CD6AE}">
      <dgm:prSet/>
      <dgm:spPr/>
      <dgm:t>
        <a:bodyPr/>
        <a:lstStyle/>
        <a:p>
          <a:endParaRPr lang="en-US"/>
        </a:p>
      </dgm:t>
    </dgm:pt>
    <dgm:pt modelId="{AE692EC6-6B5D-4FA9-9478-AE35D5B843CD}" type="sibTrans" cxnId="{5E372313-C239-4204-8ACB-49B9952CD6AE}">
      <dgm:prSet/>
      <dgm:spPr/>
      <dgm:t>
        <a:bodyPr/>
        <a:lstStyle/>
        <a:p>
          <a:endParaRPr lang="en-US"/>
        </a:p>
      </dgm:t>
    </dgm:pt>
    <dgm:pt modelId="{86389E95-9703-4538-823D-002B787120C3}">
      <dgm:prSet/>
      <dgm:spPr/>
      <dgm:t>
        <a:bodyPr/>
        <a:lstStyle/>
        <a:p>
          <a:r>
            <a:rPr lang="en-US"/>
            <a:t>- Creación de variable objetivo Class (1 éxito / 0 fallo).</a:t>
          </a:r>
        </a:p>
      </dgm:t>
    </dgm:pt>
    <dgm:pt modelId="{884F5128-8668-460A-BF9B-30776964E412}" type="parTrans" cxnId="{7AC65647-402E-4FDF-AF7C-6925E7E2DAB0}">
      <dgm:prSet/>
      <dgm:spPr/>
      <dgm:t>
        <a:bodyPr/>
        <a:lstStyle/>
        <a:p>
          <a:endParaRPr lang="en-US"/>
        </a:p>
      </dgm:t>
    </dgm:pt>
    <dgm:pt modelId="{C68456EA-69F4-4245-97C9-9181A09390A9}" type="sibTrans" cxnId="{7AC65647-402E-4FDF-AF7C-6925E7E2DAB0}">
      <dgm:prSet/>
      <dgm:spPr/>
      <dgm:t>
        <a:bodyPr/>
        <a:lstStyle/>
        <a:p>
          <a:endParaRPr lang="en-US"/>
        </a:p>
      </dgm:t>
    </dgm:pt>
    <dgm:pt modelId="{9BDD4209-A89F-433A-8ECC-13F91A5A6E9B}" type="pres">
      <dgm:prSet presAssocID="{3D263CAF-3327-44A3-948A-1E5A9079BEF2}" presName="cycle" presStyleCnt="0">
        <dgm:presLayoutVars>
          <dgm:dir/>
          <dgm:resizeHandles val="exact"/>
        </dgm:presLayoutVars>
      </dgm:prSet>
      <dgm:spPr/>
    </dgm:pt>
    <dgm:pt modelId="{6ECED509-F378-443B-9115-DC8448FBAEFE}" type="pres">
      <dgm:prSet presAssocID="{0B3CCDAD-D3AD-42FF-B27D-6C04C5294CB9}" presName="dummy" presStyleCnt="0"/>
      <dgm:spPr/>
    </dgm:pt>
    <dgm:pt modelId="{D087F6C1-19D2-428D-A819-15FC65DE4C6A}" type="pres">
      <dgm:prSet presAssocID="{0B3CCDAD-D3AD-42FF-B27D-6C04C5294CB9}" presName="node" presStyleLbl="revTx" presStyleIdx="0" presStyleCnt="7">
        <dgm:presLayoutVars>
          <dgm:bulletEnabled val="1"/>
        </dgm:presLayoutVars>
      </dgm:prSet>
      <dgm:spPr/>
    </dgm:pt>
    <dgm:pt modelId="{085FFFCD-7D3A-4720-93A6-76F09BAC84EA}" type="pres">
      <dgm:prSet presAssocID="{71FCA87F-63C6-4F84-B0B8-676746649CD4}" presName="sibTrans" presStyleLbl="node1" presStyleIdx="0" presStyleCnt="7"/>
      <dgm:spPr/>
    </dgm:pt>
    <dgm:pt modelId="{2F4D895E-C223-4163-8BF8-FBA2EA863479}" type="pres">
      <dgm:prSet presAssocID="{9C9EC494-9EDF-4702-B23A-DCBBD7491200}" presName="dummy" presStyleCnt="0"/>
      <dgm:spPr/>
    </dgm:pt>
    <dgm:pt modelId="{CDF5F97E-068C-4F4F-AB14-3EBD8E236A02}" type="pres">
      <dgm:prSet presAssocID="{9C9EC494-9EDF-4702-B23A-DCBBD7491200}" presName="node" presStyleLbl="revTx" presStyleIdx="1" presStyleCnt="7">
        <dgm:presLayoutVars>
          <dgm:bulletEnabled val="1"/>
        </dgm:presLayoutVars>
      </dgm:prSet>
      <dgm:spPr/>
    </dgm:pt>
    <dgm:pt modelId="{D344C030-89B7-4857-B703-149857FB133B}" type="pres">
      <dgm:prSet presAssocID="{83BE8D65-92D0-46BF-809D-B93616C36AE1}" presName="sibTrans" presStyleLbl="node1" presStyleIdx="1" presStyleCnt="7"/>
      <dgm:spPr/>
    </dgm:pt>
    <dgm:pt modelId="{B3CA7083-E69B-43F5-B247-AF4C4B41F1E6}" type="pres">
      <dgm:prSet presAssocID="{BBDE7B68-C851-4B13-BEAA-0A8FF4CFC814}" presName="dummy" presStyleCnt="0"/>
      <dgm:spPr/>
    </dgm:pt>
    <dgm:pt modelId="{81DD3AC6-6C05-4619-859B-C66B973E0901}" type="pres">
      <dgm:prSet presAssocID="{BBDE7B68-C851-4B13-BEAA-0A8FF4CFC814}" presName="node" presStyleLbl="revTx" presStyleIdx="2" presStyleCnt="7">
        <dgm:presLayoutVars>
          <dgm:bulletEnabled val="1"/>
        </dgm:presLayoutVars>
      </dgm:prSet>
      <dgm:spPr/>
    </dgm:pt>
    <dgm:pt modelId="{55B8D97B-AAD1-4C90-A9F7-82BA23E2031E}" type="pres">
      <dgm:prSet presAssocID="{A0CBFF87-A585-4F09-BB07-7414AE8E2040}" presName="sibTrans" presStyleLbl="node1" presStyleIdx="2" presStyleCnt="7"/>
      <dgm:spPr/>
    </dgm:pt>
    <dgm:pt modelId="{938C3EFC-635C-4CB6-A0FC-4E7210182115}" type="pres">
      <dgm:prSet presAssocID="{8CEF27B2-FA30-4CE0-9067-EAEA0F3696AD}" presName="dummy" presStyleCnt="0"/>
      <dgm:spPr/>
    </dgm:pt>
    <dgm:pt modelId="{C77BBFA1-9C46-4578-9E2D-D6908B244D31}" type="pres">
      <dgm:prSet presAssocID="{8CEF27B2-FA30-4CE0-9067-EAEA0F3696AD}" presName="node" presStyleLbl="revTx" presStyleIdx="3" presStyleCnt="7">
        <dgm:presLayoutVars>
          <dgm:bulletEnabled val="1"/>
        </dgm:presLayoutVars>
      </dgm:prSet>
      <dgm:spPr/>
    </dgm:pt>
    <dgm:pt modelId="{6D033FF1-E490-4A43-A166-68EE3C369B51}" type="pres">
      <dgm:prSet presAssocID="{E020D249-CB98-4A92-9111-F7F5257CFF3A}" presName="sibTrans" presStyleLbl="node1" presStyleIdx="3" presStyleCnt="7"/>
      <dgm:spPr/>
    </dgm:pt>
    <dgm:pt modelId="{1DA72EE2-8859-4160-A3BA-439D7D505478}" type="pres">
      <dgm:prSet presAssocID="{BF4332FC-A36A-4056-96D4-BAE702BF9667}" presName="dummy" presStyleCnt="0"/>
      <dgm:spPr/>
    </dgm:pt>
    <dgm:pt modelId="{9E171FAB-EB42-44A8-B1FD-DAF857218F40}" type="pres">
      <dgm:prSet presAssocID="{BF4332FC-A36A-4056-96D4-BAE702BF9667}" presName="node" presStyleLbl="revTx" presStyleIdx="4" presStyleCnt="7">
        <dgm:presLayoutVars>
          <dgm:bulletEnabled val="1"/>
        </dgm:presLayoutVars>
      </dgm:prSet>
      <dgm:spPr/>
    </dgm:pt>
    <dgm:pt modelId="{BFE1BA05-C019-463B-95A0-E18E217B76E6}" type="pres">
      <dgm:prSet presAssocID="{81E44065-46DB-47F0-93F5-9EA75FD4E6F6}" presName="sibTrans" presStyleLbl="node1" presStyleIdx="4" presStyleCnt="7"/>
      <dgm:spPr/>
    </dgm:pt>
    <dgm:pt modelId="{79B06EFE-02A7-49FB-B875-014D9257AC79}" type="pres">
      <dgm:prSet presAssocID="{1E183CC4-C848-484E-A146-B650B40E2726}" presName="dummy" presStyleCnt="0"/>
      <dgm:spPr/>
    </dgm:pt>
    <dgm:pt modelId="{AA61904C-CDE8-4FEA-83EA-4FC1CE016128}" type="pres">
      <dgm:prSet presAssocID="{1E183CC4-C848-484E-A146-B650B40E2726}" presName="node" presStyleLbl="revTx" presStyleIdx="5" presStyleCnt="7">
        <dgm:presLayoutVars>
          <dgm:bulletEnabled val="1"/>
        </dgm:presLayoutVars>
      </dgm:prSet>
      <dgm:spPr/>
    </dgm:pt>
    <dgm:pt modelId="{BAB0B6F5-72E0-4AF3-BC2B-D138F46601A4}" type="pres">
      <dgm:prSet presAssocID="{AE692EC6-6B5D-4FA9-9478-AE35D5B843CD}" presName="sibTrans" presStyleLbl="node1" presStyleIdx="5" presStyleCnt="7"/>
      <dgm:spPr/>
    </dgm:pt>
    <dgm:pt modelId="{F68DA953-F3C2-4DF6-AD6D-857FBD29DC2E}" type="pres">
      <dgm:prSet presAssocID="{86389E95-9703-4538-823D-002B787120C3}" presName="dummy" presStyleCnt="0"/>
      <dgm:spPr/>
    </dgm:pt>
    <dgm:pt modelId="{27D7BF22-6B26-40F6-B1D2-F60593D03A3E}" type="pres">
      <dgm:prSet presAssocID="{86389E95-9703-4538-823D-002B787120C3}" presName="node" presStyleLbl="revTx" presStyleIdx="6" presStyleCnt="7">
        <dgm:presLayoutVars>
          <dgm:bulletEnabled val="1"/>
        </dgm:presLayoutVars>
      </dgm:prSet>
      <dgm:spPr/>
    </dgm:pt>
    <dgm:pt modelId="{578C4DC1-5FDD-4001-952B-9C413D013908}" type="pres">
      <dgm:prSet presAssocID="{C68456EA-69F4-4245-97C9-9181A09390A9}" presName="sibTrans" presStyleLbl="node1" presStyleIdx="6" presStyleCnt="7"/>
      <dgm:spPr/>
    </dgm:pt>
  </dgm:ptLst>
  <dgm:cxnLst>
    <dgm:cxn modelId="{CD178001-03C7-4035-9708-DFFB7821614D}" srcId="{3D263CAF-3327-44A3-948A-1E5A9079BEF2}" destId="{8CEF27B2-FA30-4CE0-9067-EAEA0F3696AD}" srcOrd="3" destOrd="0" parTransId="{4179AF4B-FB0E-4229-83AA-DCD2F88E45D4}" sibTransId="{E020D249-CB98-4A92-9111-F7F5257CFF3A}"/>
    <dgm:cxn modelId="{5E372313-C239-4204-8ACB-49B9952CD6AE}" srcId="{3D263CAF-3327-44A3-948A-1E5A9079BEF2}" destId="{1E183CC4-C848-484E-A146-B650B40E2726}" srcOrd="5" destOrd="0" parTransId="{DE44EEF2-C594-4463-A778-F32DAF3DC547}" sibTransId="{AE692EC6-6B5D-4FA9-9478-AE35D5B843CD}"/>
    <dgm:cxn modelId="{700CBC1E-4302-47F1-A452-B3DC1B359F7C}" type="presOf" srcId="{1E183CC4-C848-484E-A146-B650B40E2726}" destId="{AA61904C-CDE8-4FEA-83EA-4FC1CE016128}" srcOrd="0" destOrd="0" presId="urn:microsoft.com/office/officeart/2005/8/layout/cycle1"/>
    <dgm:cxn modelId="{7604B031-EAF6-452E-97BB-7B9ACCB3F117}" type="presOf" srcId="{C68456EA-69F4-4245-97C9-9181A09390A9}" destId="{578C4DC1-5FDD-4001-952B-9C413D013908}" srcOrd="0" destOrd="0" presId="urn:microsoft.com/office/officeart/2005/8/layout/cycle1"/>
    <dgm:cxn modelId="{7AC65647-402E-4FDF-AF7C-6925E7E2DAB0}" srcId="{3D263CAF-3327-44A3-948A-1E5A9079BEF2}" destId="{86389E95-9703-4538-823D-002B787120C3}" srcOrd="6" destOrd="0" parTransId="{884F5128-8668-460A-BF9B-30776964E412}" sibTransId="{C68456EA-69F4-4245-97C9-9181A09390A9}"/>
    <dgm:cxn modelId="{8BEE174C-0F80-489B-AD0A-F10961A753B7}" type="presOf" srcId="{81E44065-46DB-47F0-93F5-9EA75FD4E6F6}" destId="{BFE1BA05-C019-463B-95A0-E18E217B76E6}" srcOrd="0" destOrd="0" presId="urn:microsoft.com/office/officeart/2005/8/layout/cycle1"/>
    <dgm:cxn modelId="{56DAE772-55C8-4AAF-A21C-6A993FBFF110}" type="presOf" srcId="{71FCA87F-63C6-4F84-B0B8-676746649CD4}" destId="{085FFFCD-7D3A-4720-93A6-76F09BAC84EA}" srcOrd="0" destOrd="0" presId="urn:microsoft.com/office/officeart/2005/8/layout/cycle1"/>
    <dgm:cxn modelId="{8957E380-7A29-4DDC-BC03-99AF59D32DAC}" srcId="{3D263CAF-3327-44A3-948A-1E5A9079BEF2}" destId="{BBDE7B68-C851-4B13-BEAA-0A8FF4CFC814}" srcOrd="2" destOrd="0" parTransId="{71C5A286-8F96-4916-AF52-85B5938DA094}" sibTransId="{A0CBFF87-A585-4F09-BB07-7414AE8E2040}"/>
    <dgm:cxn modelId="{7088F485-55BB-44EB-84B3-ED5DC62E9B50}" type="presOf" srcId="{BBDE7B68-C851-4B13-BEAA-0A8FF4CFC814}" destId="{81DD3AC6-6C05-4619-859B-C66B973E0901}" srcOrd="0" destOrd="0" presId="urn:microsoft.com/office/officeart/2005/8/layout/cycle1"/>
    <dgm:cxn modelId="{AAC7F5A4-BC2E-4DF6-97C6-A8F6F5A467BA}" srcId="{3D263CAF-3327-44A3-948A-1E5A9079BEF2}" destId="{BF4332FC-A36A-4056-96D4-BAE702BF9667}" srcOrd="4" destOrd="0" parTransId="{18C7EF74-8F30-401D-86C8-CFC06D9E7477}" sibTransId="{81E44065-46DB-47F0-93F5-9EA75FD4E6F6}"/>
    <dgm:cxn modelId="{A04BFAAC-A966-4541-9E29-D410B15769B9}" type="presOf" srcId="{A0CBFF87-A585-4F09-BB07-7414AE8E2040}" destId="{55B8D97B-AAD1-4C90-A9F7-82BA23E2031E}" srcOrd="0" destOrd="0" presId="urn:microsoft.com/office/officeart/2005/8/layout/cycle1"/>
    <dgm:cxn modelId="{B7F333B3-F8BF-47CB-A62D-7C39323856F1}" type="presOf" srcId="{0B3CCDAD-D3AD-42FF-B27D-6C04C5294CB9}" destId="{D087F6C1-19D2-428D-A819-15FC65DE4C6A}" srcOrd="0" destOrd="0" presId="urn:microsoft.com/office/officeart/2005/8/layout/cycle1"/>
    <dgm:cxn modelId="{9F40E8B4-72A2-45A1-9428-75D241CF7F6F}" srcId="{3D263CAF-3327-44A3-948A-1E5A9079BEF2}" destId="{9C9EC494-9EDF-4702-B23A-DCBBD7491200}" srcOrd="1" destOrd="0" parTransId="{27571155-AFF4-4908-A20A-F2685E29807B}" sibTransId="{83BE8D65-92D0-46BF-809D-B93616C36AE1}"/>
    <dgm:cxn modelId="{729EECBA-D0DD-45DE-8C8F-26CC85D7CC6F}" type="presOf" srcId="{3D263CAF-3327-44A3-948A-1E5A9079BEF2}" destId="{9BDD4209-A89F-433A-8ECC-13F91A5A6E9B}" srcOrd="0" destOrd="0" presId="urn:microsoft.com/office/officeart/2005/8/layout/cycle1"/>
    <dgm:cxn modelId="{F0A0E3BE-B505-471C-BD6A-6854352A89F0}" type="presOf" srcId="{9C9EC494-9EDF-4702-B23A-DCBBD7491200}" destId="{CDF5F97E-068C-4F4F-AB14-3EBD8E236A02}" srcOrd="0" destOrd="0" presId="urn:microsoft.com/office/officeart/2005/8/layout/cycle1"/>
    <dgm:cxn modelId="{224705C6-ACC4-4D94-8A55-4A6E514724FE}" type="presOf" srcId="{83BE8D65-92D0-46BF-809D-B93616C36AE1}" destId="{D344C030-89B7-4857-B703-149857FB133B}" srcOrd="0" destOrd="0" presId="urn:microsoft.com/office/officeart/2005/8/layout/cycle1"/>
    <dgm:cxn modelId="{57B10BD4-AE57-4512-9C19-532F07469180}" srcId="{3D263CAF-3327-44A3-948A-1E5A9079BEF2}" destId="{0B3CCDAD-D3AD-42FF-B27D-6C04C5294CB9}" srcOrd="0" destOrd="0" parTransId="{F5D9A205-66BC-4FD3-A7C1-CDA414A7FD4A}" sibTransId="{71FCA87F-63C6-4F84-B0B8-676746649CD4}"/>
    <dgm:cxn modelId="{7835ECD4-4D15-4C83-95F7-A7990C5183E8}" type="presOf" srcId="{8CEF27B2-FA30-4CE0-9067-EAEA0F3696AD}" destId="{C77BBFA1-9C46-4578-9E2D-D6908B244D31}" srcOrd="0" destOrd="0" presId="urn:microsoft.com/office/officeart/2005/8/layout/cycle1"/>
    <dgm:cxn modelId="{914B9EE0-AA3B-4ED0-B038-C9A730443CAA}" type="presOf" srcId="{AE692EC6-6B5D-4FA9-9478-AE35D5B843CD}" destId="{BAB0B6F5-72E0-4AF3-BC2B-D138F46601A4}" srcOrd="0" destOrd="0" presId="urn:microsoft.com/office/officeart/2005/8/layout/cycle1"/>
    <dgm:cxn modelId="{05CE33E4-10F8-4968-9839-0040677B4113}" type="presOf" srcId="{E020D249-CB98-4A92-9111-F7F5257CFF3A}" destId="{6D033FF1-E490-4A43-A166-68EE3C369B51}" srcOrd="0" destOrd="0" presId="urn:microsoft.com/office/officeart/2005/8/layout/cycle1"/>
    <dgm:cxn modelId="{EFD6B2EA-5CBC-456C-9FCE-E607F5675581}" type="presOf" srcId="{BF4332FC-A36A-4056-96D4-BAE702BF9667}" destId="{9E171FAB-EB42-44A8-B1FD-DAF857218F40}" srcOrd="0" destOrd="0" presId="urn:microsoft.com/office/officeart/2005/8/layout/cycle1"/>
    <dgm:cxn modelId="{C8E143EB-3283-45F8-9A0A-EC77ED87B3FF}" type="presOf" srcId="{86389E95-9703-4538-823D-002B787120C3}" destId="{27D7BF22-6B26-40F6-B1D2-F60593D03A3E}" srcOrd="0" destOrd="0" presId="urn:microsoft.com/office/officeart/2005/8/layout/cycle1"/>
    <dgm:cxn modelId="{0A472D6F-795B-4112-A541-D7F18667205B}" type="presParOf" srcId="{9BDD4209-A89F-433A-8ECC-13F91A5A6E9B}" destId="{6ECED509-F378-443B-9115-DC8448FBAEFE}" srcOrd="0" destOrd="0" presId="urn:microsoft.com/office/officeart/2005/8/layout/cycle1"/>
    <dgm:cxn modelId="{FF22F1D9-178E-4706-A261-D2639798A818}" type="presParOf" srcId="{9BDD4209-A89F-433A-8ECC-13F91A5A6E9B}" destId="{D087F6C1-19D2-428D-A819-15FC65DE4C6A}" srcOrd="1" destOrd="0" presId="urn:microsoft.com/office/officeart/2005/8/layout/cycle1"/>
    <dgm:cxn modelId="{7FA30887-D34E-44A8-8B13-8CB2488E698A}" type="presParOf" srcId="{9BDD4209-A89F-433A-8ECC-13F91A5A6E9B}" destId="{085FFFCD-7D3A-4720-93A6-76F09BAC84EA}" srcOrd="2" destOrd="0" presId="urn:microsoft.com/office/officeart/2005/8/layout/cycle1"/>
    <dgm:cxn modelId="{FB2FB1FE-77B2-49F9-A81C-CAAC78F9F47B}" type="presParOf" srcId="{9BDD4209-A89F-433A-8ECC-13F91A5A6E9B}" destId="{2F4D895E-C223-4163-8BF8-FBA2EA863479}" srcOrd="3" destOrd="0" presId="urn:microsoft.com/office/officeart/2005/8/layout/cycle1"/>
    <dgm:cxn modelId="{A1507E57-F451-4FB4-BB65-F2441529F3CB}" type="presParOf" srcId="{9BDD4209-A89F-433A-8ECC-13F91A5A6E9B}" destId="{CDF5F97E-068C-4F4F-AB14-3EBD8E236A02}" srcOrd="4" destOrd="0" presId="urn:microsoft.com/office/officeart/2005/8/layout/cycle1"/>
    <dgm:cxn modelId="{06AF13D3-3CEE-4FE2-8F19-CA14D5A3479E}" type="presParOf" srcId="{9BDD4209-A89F-433A-8ECC-13F91A5A6E9B}" destId="{D344C030-89B7-4857-B703-149857FB133B}" srcOrd="5" destOrd="0" presId="urn:microsoft.com/office/officeart/2005/8/layout/cycle1"/>
    <dgm:cxn modelId="{38788F40-E940-4D2A-8444-B35B62FC154E}" type="presParOf" srcId="{9BDD4209-A89F-433A-8ECC-13F91A5A6E9B}" destId="{B3CA7083-E69B-43F5-B247-AF4C4B41F1E6}" srcOrd="6" destOrd="0" presId="urn:microsoft.com/office/officeart/2005/8/layout/cycle1"/>
    <dgm:cxn modelId="{5FDDF6B8-328B-467B-99AB-DB495D0B2505}" type="presParOf" srcId="{9BDD4209-A89F-433A-8ECC-13F91A5A6E9B}" destId="{81DD3AC6-6C05-4619-859B-C66B973E0901}" srcOrd="7" destOrd="0" presId="urn:microsoft.com/office/officeart/2005/8/layout/cycle1"/>
    <dgm:cxn modelId="{ED8404FE-1ABA-4B8B-80AB-CE747F2261A0}" type="presParOf" srcId="{9BDD4209-A89F-433A-8ECC-13F91A5A6E9B}" destId="{55B8D97B-AAD1-4C90-A9F7-82BA23E2031E}" srcOrd="8" destOrd="0" presId="urn:microsoft.com/office/officeart/2005/8/layout/cycle1"/>
    <dgm:cxn modelId="{F470E73B-3C0C-418A-A1B0-F31A6A439F87}" type="presParOf" srcId="{9BDD4209-A89F-433A-8ECC-13F91A5A6E9B}" destId="{938C3EFC-635C-4CB6-A0FC-4E7210182115}" srcOrd="9" destOrd="0" presId="urn:microsoft.com/office/officeart/2005/8/layout/cycle1"/>
    <dgm:cxn modelId="{A40CBE1F-B3CC-450F-9531-E551E3B1369F}" type="presParOf" srcId="{9BDD4209-A89F-433A-8ECC-13F91A5A6E9B}" destId="{C77BBFA1-9C46-4578-9E2D-D6908B244D31}" srcOrd="10" destOrd="0" presId="urn:microsoft.com/office/officeart/2005/8/layout/cycle1"/>
    <dgm:cxn modelId="{8054F1CD-99A9-4DD1-8A30-C98511F6448A}" type="presParOf" srcId="{9BDD4209-A89F-433A-8ECC-13F91A5A6E9B}" destId="{6D033FF1-E490-4A43-A166-68EE3C369B51}" srcOrd="11" destOrd="0" presId="urn:microsoft.com/office/officeart/2005/8/layout/cycle1"/>
    <dgm:cxn modelId="{631550CA-027D-48D1-B3EF-3053652BF0D5}" type="presParOf" srcId="{9BDD4209-A89F-433A-8ECC-13F91A5A6E9B}" destId="{1DA72EE2-8859-4160-A3BA-439D7D505478}" srcOrd="12" destOrd="0" presId="urn:microsoft.com/office/officeart/2005/8/layout/cycle1"/>
    <dgm:cxn modelId="{4DDBFE0E-2A11-429A-9F60-C6B92E53D04A}" type="presParOf" srcId="{9BDD4209-A89F-433A-8ECC-13F91A5A6E9B}" destId="{9E171FAB-EB42-44A8-B1FD-DAF857218F40}" srcOrd="13" destOrd="0" presId="urn:microsoft.com/office/officeart/2005/8/layout/cycle1"/>
    <dgm:cxn modelId="{95F3795A-F5EA-4602-9F5E-F2B1733814C7}" type="presParOf" srcId="{9BDD4209-A89F-433A-8ECC-13F91A5A6E9B}" destId="{BFE1BA05-C019-463B-95A0-E18E217B76E6}" srcOrd="14" destOrd="0" presId="urn:microsoft.com/office/officeart/2005/8/layout/cycle1"/>
    <dgm:cxn modelId="{9A7CC935-93C6-43AD-B254-66F95BFE6D4D}" type="presParOf" srcId="{9BDD4209-A89F-433A-8ECC-13F91A5A6E9B}" destId="{79B06EFE-02A7-49FB-B875-014D9257AC79}" srcOrd="15" destOrd="0" presId="urn:microsoft.com/office/officeart/2005/8/layout/cycle1"/>
    <dgm:cxn modelId="{F1C2CF45-A3BD-4997-B0E6-B0EE77575DD8}" type="presParOf" srcId="{9BDD4209-A89F-433A-8ECC-13F91A5A6E9B}" destId="{AA61904C-CDE8-4FEA-83EA-4FC1CE016128}" srcOrd="16" destOrd="0" presId="urn:microsoft.com/office/officeart/2005/8/layout/cycle1"/>
    <dgm:cxn modelId="{86B120FA-1C5E-4ECA-89FE-B3FE65E44306}" type="presParOf" srcId="{9BDD4209-A89F-433A-8ECC-13F91A5A6E9B}" destId="{BAB0B6F5-72E0-4AF3-BC2B-D138F46601A4}" srcOrd="17" destOrd="0" presId="urn:microsoft.com/office/officeart/2005/8/layout/cycle1"/>
    <dgm:cxn modelId="{8AE6A62E-751A-4A78-809E-BE30D9319BB8}" type="presParOf" srcId="{9BDD4209-A89F-433A-8ECC-13F91A5A6E9B}" destId="{F68DA953-F3C2-4DF6-AD6D-857FBD29DC2E}" srcOrd="18" destOrd="0" presId="urn:microsoft.com/office/officeart/2005/8/layout/cycle1"/>
    <dgm:cxn modelId="{2C4B2D0D-AD30-4410-8B14-DC4F0DB28FF2}" type="presParOf" srcId="{9BDD4209-A89F-433A-8ECC-13F91A5A6E9B}" destId="{27D7BF22-6B26-40F6-B1D2-F60593D03A3E}" srcOrd="19" destOrd="0" presId="urn:microsoft.com/office/officeart/2005/8/layout/cycle1"/>
    <dgm:cxn modelId="{DFCDDEAF-8B45-4EDC-ADED-280A01373F4E}" type="presParOf" srcId="{9BDD4209-A89F-433A-8ECC-13F91A5A6E9B}" destId="{578C4DC1-5FDD-4001-952B-9C413D013908}" srcOrd="20" destOrd="0" presId="urn:microsoft.com/office/officeart/2005/8/layout/cycle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C5E9489-E5D4-4CC5-87DF-BA1EBD24C7B0}" type="doc">
      <dgm:prSet loTypeId="urn:microsoft.com/office/officeart/2008/layout/LinedList" loCatId="list" qsTypeId="urn:microsoft.com/office/officeart/2005/8/quickstyle/simple2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8C254A7A-A483-42B0-B248-B54B63B4E036}">
      <dgm:prSet/>
      <dgm:spPr/>
      <dgm:t>
        <a:bodyPr/>
        <a:lstStyle/>
        <a:p>
          <a:r>
            <a:rPr lang="en-US"/>
            <a:t>Pipeline de Machine Learning:</a:t>
          </a:r>
        </a:p>
      </dgm:t>
    </dgm:pt>
    <dgm:pt modelId="{B45FF7DD-8309-4863-8182-974E8CE17258}" type="parTrans" cxnId="{5C0D536D-94F3-4E41-841A-A4F91F8C92A9}">
      <dgm:prSet/>
      <dgm:spPr/>
      <dgm:t>
        <a:bodyPr/>
        <a:lstStyle/>
        <a:p>
          <a:endParaRPr lang="en-US"/>
        </a:p>
      </dgm:t>
    </dgm:pt>
    <dgm:pt modelId="{A02DC9B7-F642-4EE6-9CA9-7CE5265D4E50}" type="sibTrans" cxnId="{5C0D536D-94F3-4E41-841A-A4F91F8C92A9}">
      <dgm:prSet/>
      <dgm:spPr/>
      <dgm:t>
        <a:bodyPr/>
        <a:lstStyle/>
        <a:p>
          <a:endParaRPr lang="en-US"/>
        </a:p>
      </dgm:t>
    </dgm:pt>
    <dgm:pt modelId="{CEAA05C0-53D2-487C-8FAC-74E33E8131FB}">
      <dgm:prSet/>
      <dgm:spPr/>
      <dgm:t>
        <a:bodyPr/>
        <a:lstStyle/>
        <a:p>
          <a:r>
            <a:rPr lang="en-US"/>
            <a:t>- Estandarización con StandardScaler.</a:t>
          </a:r>
        </a:p>
      </dgm:t>
    </dgm:pt>
    <dgm:pt modelId="{69D1BE0D-1720-4E1D-B8FC-3DA98DDCBE0A}" type="parTrans" cxnId="{7F01F9B7-F97E-4B8C-9DCE-201891E71F58}">
      <dgm:prSet/>
      <dgm:spPr/>
      <dgm:t>
        <a:bodyPr/>
        <a:lstStyle/>
        <a:p>
          <a:endParaRPr lang="en-US"/>
        </a:p>
      </dgm:t>
    </dgm:pt>
    <dgm:pt modelId="{9C86C045-7048-44F2-B980-999C90F26907}" type="sibTrans" cxnId="{7F01F9B7-F97E-4B8C-9DCE-201891E71F58}">
      <dgm:prSet/>
      <dgm:spPr/>
      <dgm:t>
        <a:bodyPr/>
        <a:lstStyle/>
        <a:p>
          <a:endParaRPr lang="en-US"/>
        </a:p>
      </dgm:t>
    </dgm:pt>
    <dgm:pt modelId="{24895D6C-4756-45A4-9E5B-C63EFDA37DF4}">
      <dgm:prSet/>
      <dgm:spPr/>
      <dgm:t>
        <a:bodyPr/>
        <a:lstStyle/>
        <a:p>
          <a:r>
            <a:rPr lang="en-US"/>
            <a:t>- División de datos (Train/Test 80/20).</a:t>
          </a:r>
        </a:p>
      </dgm:t>
    </dgm:pt>
    <dgm:pt modelId="{1C14C81F-8D83-4735-B42D-06EFC14F8650}" type="parTrans" cxnId="{D04D5BE7-5F30-44F0-ABD7-4D217515EAA9}">
      <dgm:prSet/>
      <dgm:spPr/>
      <dgm:t>
        <a:bodyPr/>
        <a:lstStyle/>
        <a:p>
          <a:endParaRPr lang="en-US"/>
        </a:p>
      </dgm:t>
    </dgm:pt>
    <dgm:pt modelId="{64F85EB2-48F1-49F5-881A-D35BA01CBA82}" type="sibTrans" cxnId="{D04D5BE7-5F30-44F0-ABD7-4D217515EAA9}">
      <dgm:prSet/>
      <dgm:spPr/>
      <dgm:t>
        <a:bodyPr/>
        <a:lstStyle/>
        <a:p>
          <a:endParaRPr lang="en-US"/>
        </a:p>
      </dgm:t>
    </dgm:pt>
    <dgm:pt modelId="{D5B27AD0-329D-4EF8-B5D2-6596A92C60C8}">
      <dgm:prSet/>
      <dgm:spPr/>
      <dgm:t>
        <a:bodyPr/>
        <a:lstStyle/>
        <a:p>
          <a:r>
            <a:rPr lang="en-US"/>
            <a:t>- Modelos: Logistic Regression, SVM, KNN, Decision Tree.</a:t>
          </a:r>
        </a:p>
      </dgm:t>
    </dgm:pt>
    <dgm:pt modelId="{10B68DB4-4B28-475F-8DB7-88986297FB83}" type="parTrans" cxnId="{7AEE016B-A45A-4522-85D1-08AAA05DD2CD}">
      <dgm:prSet/>
      <dgm:spPr/>
      <dgm:t>
        <a:bodyPr/>
        <a:lstStyle/>
        <a:p>
          <a:endParaRPr lang="en-US"/>
        </a:p>
      </dgm:t>
    </dgm:pt>
    <dgm:pt modelId="{1B8E3A4B-7A04-4C27-8F47-2E4C77292B2E}" type="sibTrans" cxnId="{7AEE016B-A45A-4522-85D1-08AAA05DD2CD}">
      <dgm:prSet/>
      <dgm:spPr/>
      <dgm:t>
        <a:bodyPr/>
        <a:lstStyle/>
        <a:p>
          <a:endParaRPr lang="en-US"/>
        </a:p>
      </dgm:t>
    </dgm:pt>
    <dgm:pt modelId="{3B7E7A78-F170-40CD-9C6E-68727641CD82}">
      <dgm:prSet/>
      <dgm:spPr/>
      <dgm:t>
        <a:bodyPr/>
        <a:lstStyle/>
        <a:p>
          <a:r>
            <a:rPr lang="en-US"/>
            <a:t>- Optimización de hiperparámetros con GridSearchCV.</a:t>
          </a:r>
        </a:p>
      </dgm:t>
    </dgm:pt>
    <dgm:pt modelId="{70F505D8-AE50-4B79-8C3E-9ABC5133FBE0}" type="parTrans" cxnId="{568040D5-69AB-4BD8-BB12-8FD4EAEA67A2}">
      <dgm:prSet/>
      <dgm:spPr/>
      <dgm:t>
        <a:bodyPr/>
        <a:lstStyle/>
        <a:p>
          <a:endParaRPr lang="en-US"/>
        </a:p>
      </dgm:t>
    </dgm:pt>
    <dgm:pt modelId="{06EBB276-42BC-422D-8747-8DFDB3B842C7}" type="sibTrans" cxnId="{568040D5-69AB-4BD8-BB12-8FD4EAEA67A2}">
      <dgm:prSet/>
      <dgm:spPr/>
      <dgm:t>
        <a:bodyPr/>
        <a:lstStyle/>
        <a:p>
          <a:endParaRPr lang="en-US"/>
        </a:p>
      </dgm:t>
    </dgm:pt>
    <dgm:pt modelId="{3439CD40-5EB0-4C9A-BE52-205436928A9C}" type="pres">
      <dgm:prSet presAssocID="{8C5E9489-E5D4-4CC5-87DF-BA1EBD24C7B0}" presName="vert0" presStyleCnt="0">
        <dgm:presLayoutVars>
          <dgm:dir/>
          <dgm:animOne val="branch"/>
          <dgm:animLvl val="lvl"/>
        </dgm:presLayoutVars>
      </dgm:prSet>
      <dgm:spPr/>
    </dgm:pt>
    <dgm:pt modelId="{EA70E2E8-F0C3-46BE-A29C-25EF389DFCEC}" type="pres">
      <dgm:prSet presAssocID="{8C254A7A-A483-42B0-B248-B54B63B4E036}" presName="thickLine" presStyleLbl="alignNode1" presStyleIdx="0" presStyleCnt="5"/>
      <dgm:spPr/>
    </dgm:pt>
    <dgm:pt modelId="{200D0E91-7EB3-4FED-8500-942EBEA95C80}" type="pres">
      <dgm:prSet presAssocID="{8C254A7A-A483-42B0-B248-B54B63B4E036}" presName="horz1" presStyleCnt="0"/>
      <dgm:spPr/>
    </dgm:pt>
    <dgm:pt modelId="{93A7BF18-E34A-4997-B154-8E6B14B9048B}" type="pres">
      <dgm:prSet presAssocID="{8C254A7A-A483-42B0-B248-B54B63B4E036}" presName="tx1" presStyleLbl="revTx" presStyleIdx="0" presStyleCnt="5"/>
      <dgm:spPr/>
    </dgm:pt>
    <dgm:pt modelId="{0D126B26-D667-40F2-80E9-3D4DFEA2E1CF}" type="pres">
      <dgm:prSet presAssocID="{8C254A7A-A483-42B0-B248-B54B63B4E036}" presName="vert1" presStyleCnt="0"/>
      <dgm:spPr/>
    </dgm:pt>
    <dgm:pt modelId="{4C51B44A-2D32-4A40-8FCA-FD424EFF3EB1}" type="pres">
      <dgm:prSet presAssocID="{CEAA05C0-53D2-487C-8FAC-74E33E8131FB}" presName="thickLine" presStyleLbl="alignNode1" presStyleIdx="1" presStyleCnt="5"/>
      <dgm:spPr/>
    </dgm:pt>
    <dgm:pt modelId="{4AE2FBCC-E98C-45A7-8C03-9428C0F72681}" type="pres">
      <dgm:prSet presAssocID="{CEAA05C0-53D2-487C-8FAC-74E33E8131FB}" presName="horz1" presStyleCnt="0"/>
      <dgm:spPr/>
    </dgm:pt>
    <dgm:pt modelId="{7DEF119B-845C-474A-BB39-8E708FCB9D62}" type="pres">
      <dgm:prSet presAssocID="{CEAA05C0-53D2-487C-8FAC-74E33E8131FB}" presName="tx1" presStyleLbl="revTx" presStyleIdx="1" presStyleCnt="5"/>
      <dgm:spPr/>
    </dgm:pt>
    <dgm:pt modelId="{0C427E60-7976-4ECF-BE4D-EC8286D9FB4A}" type="pres">
      <dgm:prSet presAssocID="{CEAA05C0-53D2-487C-8FAC-74E33E8131FB}" presName="vert1" presStyleCnt="0"/>
      <dgm:spPr/>
    </dgm:pt>
    <dgm:pt modelId="{D33C1571-3AF6-4480-82C9-CA008AEF60BD}" type="pres">
      <dgm:prSet presAssocID="{24895D6C-4756-45A4-9E5B-C63EFDA37DF4}" presName="thickLine" presStyleLbl="alignNode1" presStyleIdx="2" presStyleCnt="5"/>
      <dgm:spPr/>
    </dgm:pt>
    <dgm:pt modelId="{892A4AB4-05D0-4022-B47D-735DF3DF1198}" type="pres">
      <dgm:prSet presAssocID="{24895D6C-4756-45A4-9E5B-C63EFDA37DF4}" presName="horz1" presStyleCnt="0"/>
      <dgm:spPr/>
    </dgm:pt>
    <dgm:pt modelId="{FB05342B-8236-4223-9FF1-94B3E3D4C31B}" type="pres">
      <dgm:prSet presAssocID="{24895D6C-4756-45A4-9E5B-C63EFDA37DF4}" presName="tx1" presStyleLbl="revTx" presStyleIdx="2" presStyleCnt="5"/>
      <dgm:spPr/>
    </dgm:pt>
    <dgm:pt modelId="{14B0E035-B7B9-4BC3-AB73-AF889E6EB6B4}" type="pres">
      <dgm:prSet presAssocID="{24895D6C-4756-45A4-9E5B-C63EFDA37DF4}" presName="vert1" presStyleCnt="0"/>
      <dgm:spPr/>
    </dgm:pt>
    <dgm:pt modelId="{60C9ACF5-4467-40B2-B314-386A734EAB61}" type="pres">
      <dgm:prSet presAssocID="{D5B27AD0-329D-4EF8-B5D2-6596A92C60C8}" presName="thickLine" presStyleLbl="alignNode1" presStyleIdx="3" presStyleCnt="5"/>
      <dgm:spPr/>
    </dgm:pt>
    <dgm:pt modelId="{EC18E0EB-2545-4CC2-A7A4-91682197CE7C}" type="pres">
      <dgm:prSet presAssocID="{D5B27AD0-329D-4EF8-B5D2-6596A92C60C8}" presName="horz1" presStyleCnt="0"/>
      <dgm:spPr/>
    </dgm:pt>
    <dgm:pt modelId="{4B683719-7629-4FE1-856D-DBC798FC15F4}" type="pres">
      <dgm:prSet presAssocID="{D5B27AD0-329D-4EF8-B5D2-6596A92C60C8}" presName="tx1" presStyleLbl="revTx" presStyleIdx="3" presStyleCnt="5"/>
      <dgm:spPr/>
    </dgm:pt>
    <dgm:pt modelId="{865E273E-D83D-4FCA-BF72-8043ED038F75}" type="pres">
      <dgm:prSet presAssocID="{D5B27AD0-329D-4EF8-B5D2-6596A92C60C8}" presName="vert1" presStyleCnt="0"/>
      <dgm:spPr/>
    </dgm:pt>
    <dgm:pt modelId="{066F0C63-9365-476B-AD38-15B1AEA51000}" type="pres">
      <dgm:prSet presAssocID="{3B7E7A78-F170-40CD-9C6E-68727641CD82}" presName="thickLine" presStyleLbl="alignNode1" presStyleIdx="4" presStyleCnt="5"/>
      <dgm:spPr/>
    </dgm:pt>
    <dgm:pt modelId="{4EF76EA2-0361-4F77-AAB2-4ED01C18785E}" type="pres">
      <dgm:prSet presAssocID="{3B7E7A78-F170-40CD-9C6E-68727641CD82}" presName="horz1" presStyleCnt="0"/>
      <dgm:spPr/>
    </dgm:pt>
    <dgm:pt modelId="{9E7F5DED-79AA-49CC-AE40-8114F9ABA797}" type="pres">
      <dgm:prSet presAssocID="{3B7E7A78-F170-40CD-9C6E-68727641CD82}" presName="tx1" presStyleLbl="revTx" presStyleIdx="4" presStyleCnt="5"/>
      <dgm:spPr/>
    </dgm:pt>
    <dgm:pt modelId="{AA9287FF-9A14-4352-801D-C361CD349EF5}" type="pres">
      <dgm:prSet presAssocID="{3B7E7A78-F170-40CD-9C6E-68727641CD82}" presName="vert1" presStyleCnt="0"/>
      <dgm:spPr/>
    </dgm:pt>
  </dgm:ptLst>
  <dgm:cxnLst>
    <dgm:cxn modelId="{41999239-A5CF-4351-9470-F77E4D76FC2B}" type="presOf" srcId="{8C5E9489-E5D4-4CC5-87DF-BA1EBD24C7B0}" destId="{3439CD40-5EB0-4C9A-BE52-205436928A9C}" srcOrd="0" destOrd="0" presId="urn:microsoft.com/office/officeart/2008/layout/LinedList"/>
    <dgm:cxn modelId="{DC22113C-7C75-46C7-AF09-75B124C7CEE3}" type="presOf" srcId="{8C254A7A-A483-42B0-B248-B54B63B4E036}" destId="{93A7BF18-E34A-4997-B154-8E6B14B9048B}" srcOrd="0" destOrd="0" presId="urn:microsoft.com/office/officeart/2008/layout/LinedList"/>
    <dgm:cxn modelId="{7AEE016B-A45A-4522-85D1-08AAA05DD2CD}" srcId="{8C5E9489-E5D4-4CC5-87DF-BA1EBD24C7B0}" destId="{D5B27AD0-329D-4EF8-B5D2-6596A92C60C8}" srcOrd="3" destOrd="0" parTransId="{10B68DB4-4B28-475F-8DB7-88986297FB83}" sibTransId="{1B8E3A4B-7A04-4C27-8F47-2E4C77292B2E}"/>
    <dgm:cxn modelId="{5C0D536D-94F3-4E41-841A-A4F91F8C92A9}" srcId="{8C5E9489-E5D4-4CC5-87DF-BA1EBD24C7B0}" destId="{8C254A7A-A483-42B0-B248-B54B63B4E036}" srcOrd="0" destOrd="0" parTransId="{B45FF7DD-8309-4863-8182-974E8CE17258}" sibTransId="{A02DC9B7-F642-4EE6-9CA9-7CE5265D4E50}"/>
    <dgm:cxn modelId="{BEB4E373-5318-4C76-A047-21F4F210AF6C}" type="presOf" srcId="{3B7E7A78-F170-40CD-9C6E-68727641CD82}" destId="{9E7F5DED-79AA-49CC-AE40-8114F9ABA797}" srcOrd="0" destOrd="0" presId="urn:microsoft.com/office/officeart/2008/layout/LinedList"/>
    <dgm:cxn modelId="{72677074-72C1-477D-B2DB-8CF61D03899C}" type="presOf" srcId="{D5B27AD0-329D-4EF8-B5D2-6596A92C60C8}" destId="{4B683719-7629-4FE1-856D-DBC798FC15F4}" srcOrd="0" destOrd="0" presId="urn:microsoft.com/office/officeart/2008/layout/LinedList"/>
    <dgm:cxn modelId="{D09A899C-F84F-4E5F-B7B4-8FF71C34D402}" type="presOf" srcId="{24895D6C-4756-45A4-9E5B-C63EFDA37DF4}" destId="{FB05342B-8236-4223-9FF1-94B3E3D4C31B}" srcOrd="0" destOrd="0" presId="urn:microsoft.com/office/officeart/2008/layout/LinedList"/>
    <dgm:cxn modelId="{7F01F9B7-F97E-4B8C-9DCE-201891E71F58}" srcId="{8C5E9489-E5D4-4CC5-87DF-BA1EBD24C7B0}" destId="{CEAA05C0-53D2-487C-8FAC-74E33E8131FB}" srcOrd="1" destOrd="0" parTransId="{69D1BE0D-1720-4E1D-B8FC-3DA98DDCBE0A}" sibTransId="{9C86C045-7048-44F2-B980-999C90F26907}"/>
    <dgm:cxn modelId="{ECCDB6CF-98EF-45BF-B018-E72298808C5E}" type="presOf" srcId="{CEAA05C0-53D2-487C-8FAC-74E33E8131FB}" destId="{7DEF119B-845C-474A-BB39-8E708FCB9D62}" srcOrd="0" destOrd="0" presId="urn:microsoft.com/office/officeart/2008/layout/LinedList"/>
    <dgm:cxn modelId="{568040D5-69AB-4BD8-BB12-8FD4EAEA67A2}" srcId="{8C5E9489-E5D4-4CC5-87DF-BA1EBD24C7B0}" destId="{3B7E7A78-F170-40CD-9C6E-68727641CD82}" srcOrd="4" destOrd="0" parTransId="{70F505D8-AE50-4B79-8C3E-9ABC5133FBE0}" sibTransId="{06EBB276-42BC-422D-8747-8DFDB3B842C7}"/>
    <dgm:cxn modelId="{D04D5BE7-5F30-44F0-ABD7-4D217515EAA9}" srcId="{8C5E9489-E5D4-4CC5-87DF-BA1EBD24C7B0}" destId="{24895D6C-4756-45A4-9E5B-C63EFDA37DF4}" srcOrd="2" destOrd="0" parTransId="{1C14C81F-8D83-4735-B42D-06EFC14F8650}" sibTransId="{64F85EB2-48F1-49F5-881A-D35BA01CBA82}"/>
    <dgm:cxn modelId="{5D7B5046-65D2-4C8A-9EB3-6B67102E369D}" type="presParOf" srcId="{3439CD40-5EB0-4C9A-BE52-205436928A9C}" destId="{EA70E2E8-F0C3-46BE-A29C-25EF389DFCEC}" srcOrd="0" destOrd="0" presId="urn:microsoft.com/office/officeart/2008/layout/LinedList"/>
    <dgm:cxn modelId="{7A0EE63A-F536-4554-94CD-EBFA87786867}" type="presParOf" srcId="{3439CD40-5EB0-4C9A-BE52-205436928A9C}" destId="{200D0E91-7EB3-4FED-8500-942EBEA95C80}" srcOrd="1" destOrd="0" presId="urn:microsoft.com/office/officeart/2008/layout/LinedList"/>
    <dgm:cxn modelId="{55D26216-9CF7-41FE-A7FE-081D916BF399}" type="presParOf" srcId="{200D0E91-7EB3-4FED-8500-942EBEA95C80}" destId="{93A7BF18-E34A-4997-B154-8E6B14B9048B}" srcOrd="0" destOrd="0" presId="urn:microsoft.com/office/officeart/2008/layout/LinedList"/>
    <dgm:cxn modelId="{987E49F5-AD4C-479C-B36D-0A985C1BF7FC}" type="presParOf" srcId="{200D0E91-7EB3-4FED-8500-942EBEA95C80}" destId="{0D126B26-D667-40F2-80E9-3D4DFEA2E1CF}" srcOrd="1" destOrd="0" presId="urn:microsoft.com/office/officeart/2008/layout/LinedList"/>
    <dgm:cxn modelId="{0594E446-AD09-4746-A98B-EAD0D1DBF5DC}" type="presParOf" srcId="{3439CD40-5EB0-4C9A-BE52-205436928A9C}" destId="{4C51B44A-2D32-4A40-8FCA-FD424EFF3EB1}" srcOrd="2" destOrd="0" presId="urn:microsoft.com/office/officeart/2008/layout/LinedList"/>
    <dgm:cxn modelId="{7EC20828-36E5-4970-A3C4-74A54CD6B39D}" type="presParOf" srcId="{3439CD40-5EB0-4C9A-BE52-205436928A9C}" destId="{4AE2FBCC-E98C-45A7-8C03-9428C0F72681}" srcOrd="3" destOrd="0" presId="urn:microsoft.com/office/officeart/2008/layout/LinedList"/>
    <dgm:cxn modelId="{CBA203C7-FFA1-4DA3-BB34-969E9E828975}" type="presParOf" srcId="{4AE2FBCC-E98C-45A7-8C03-9428C0F72681}" destId="{7DEF119B-845C-474A-BB39-8E708FCB9D62}" srcOrd="0" destOrd="0" presId="urn:microsoft.com/office/officeart/2008/layout/LinedList"/>
    <dgm:cxn modelId="{2CC641BD-DB51-407C-B529-B38C05F1DE8A}" type="presParOf" srcId="{4AE2FBCC-E98C-45A7-8C03-9428C0F72681}" destId="{0C427E60-7976-4ECF-BE4D-EC8286D9FB4A}" srcOrd="1" destOrd="0" presId="urn:microsoft.com/office/officeart/2008/layout/LinedList"/>
    <dgm:cxn modelId="{FCB8F759-D322-40A6-B407-C343A389AACA}" type="presParOf" srcId="{3439CD40-5EB0-4C9A-BE52-205436928A9C}" destId="{D33C1571-3AF6-4480-82C9-CA008AEF60BD}" srcOrd="4" destOrd="0" presId="urn:microsoft.com/office/officeart/2008/layout/LinedList"/>
    <dgm:cxn modelId="{54859C7F-D381-4FEA-BA9F-4412E0C27D4D}" type="presParOf" srcId="{3439CD40-5EB0-4C9A-BE52-205436928A9C}" destId="{892A4AB4-05D0-4022-B47D-735DF3DF1198}" srcOrd="5" destOrd="0" presId="urn:microsoft.com/office/officeart/2008/layout/LinedList"/>
    <dgm:cxn modelId="{CF4AB46F-8BA6-4C12-8EE7-248AABFA2C9B}" type="presParOf" srcId="{892A4AB4-05D0-4022-B47D-735DF3DF1198}" destId="{FB05342B-8236-4223-9FF1-94B3E3D4C31B}" srcOrd="0" destOrd="0" presId="urn:microsoft.com/office/officeart/2008/layout/LinedList"/>
    <dgm:cxn modelId="{E5449C80-5613-4F74-9AAA-4B4D543A9752}" type="presParOf" srcId="{892A4AB4-05D0-4022-B47D-735DF3DF1198}" destId="{14B0E035-B7B9-4BC3-AB73-AF889E6EB6B4}" srcOrd="1" destOrd="0" presId="urn:microsoft.com/office/officeart/2008/layout/LinedList"/>
    <dgm:cxn modelId="{0F11B229-EE7B-4A0A-A3FD-B8AEE191627A}" type="presParOf" srcId="{3439CD40-5EB0-4C9A-BE52-205436928A9C}" destId="{60C9ACF5-4467-40B2-B314-386A734EAB61}" srcOrd="6" destOrd="0" presId="urn:microsoft.com/office/officeart/2008/layout/LinedList"/>
    <dgm:cxn modelId="{7FBEDC29-5073-46D1-9423-CBA414DDDBBA}" type="presParOf" srcId="{3439CD40-5EB0-4C9A-BE52-205436928A9C}" destId="{EC18E0EB-2545-4CC2-A7A4-91682197CE7C}" srcOrd="7" destOrd="0" presId="urn:microsoft.com/office/officeart/2008/layout/LinedList"/>
    <dgm:cxn modelId="{74F38133-B67C-4833-A7C5-FC5C008EA504}" type="presParOf" srcId="{EC18E0EB-2545-4CC2-A7A4-91682197CE7C}" destId="{4B683719-7629-4FE1-856D-DBC798FC15F4}" srcOrd="0" destOrd="0" presId="urn:microsoft.com/office/officeart/2008/layout/LinedList"/>
    <dgm:cxn modelId="{E96BE8ED-8B2F-4112-B989-CBA192C19EB2}" type="presParOf" srcId="{EC18E0EB-2545-4CC2-A7A4-91682197CE7C}" destId="{865E273E-D83D-4FCA-BF72-8043ED038F75}" srcOrd="1" destOrd="0" presId="urn:microsoft.com/office/officeart/2008/layout/LinedList"/>
    <dgm:cxn modelId="{9C6CA077-9C84-45D0-B700-10718CDBAAC6}" type="presParOf" srcId="{3439CD40-5EB0-4C9A-BE52-205436928A9C}" destId="{066F0C63-9365-476B-AD38-15B1AEA51000}" srcOrd="8" destOrd="0" presId="urn:microsoft.com/office/officeart/2008/layout/LinedList"/>
    <dgm:cxn modelId="{48FD7AE9-6126-4065-A149-3A7C51AA352E}" type="presParOf" srcId="{3439CD40-5EB0-4C9A-BE52-205436928A9C}" destId="{4EF76EA2-0361-4F77-AAB2-4ED01C18785E}" srcOrd="9" destOrd="0" presId="urn:microsoft.com/office/officeart/2008/layout/LinedList"/>
    <dgm:cxn modelId="{CA7FCF5E-B87F-411B-9969-5427C79BCF62}" type="presParOf" srcId="{4EF76EA2-0361-4F77-AAB2-4ED01C18785E}" destId="{9E7F5DED-79AA-49CC-AE40-8114F9ABA797}" srcOrd="0" destOrd="0" presId="urn:microsoft.com/office/officeart/2008/layout/LinedList"/>
    <dgm:cxn modelId="{7D1EE530-E068-44BA-B39F-FB8176C505B1}" type="presParOf" srcId="{4EF76EA2-0361-4F77-AAB2-4ED01C18785E}" destId="{AA9287FF-9A14-4352-801D-C361CD349EF5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B0D4932-8741-4EA8-A33E-A4DF20101B8C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D9355435-F213-4287-9220-E83E75B724AD}">
      <dgm:prSet/>
      <dgm:spPr/>
      <dgm:t>
        <a:bodyPr/>
        <a:lstStyle/>
        <a:p>
          <a:r>
            <a:rPr lang="en-US"/>
            <a:t>Plotly Dash permite:</a:t>
          </a:r>
        </a:p>
      </dgm:t>
    </dgm:pt>
    <dgm:pt modelId="{BA0B06DE-1736-4704-9D4F-8650C02716B7}" type="parTrans" cxnId="{54C53D21-6663-4B39-8BD8-D16396A0C68B}">
      <dgm:prSet/>
      <dgm:spPr/>
      <dgm:t>
        <a:bodyPr/>
        <a:lstStyle/>
        <a:p>
          <a:endParaRPr lang="en-US"/>
        </a:p>
      </dgm:t>
    </dgm:pt>
    <dgm:pt modelId="{ECF95448-F5B7-4003-954E-97BADCEF7018}" type="sibTrans" cxnId="{54C53D21-6663-4B39-8BD8-D16396A0C68B}">
      <dgm:prSet/>
      <dgm:spPr/>
      <dgm:t>
        <a:bodyPr/>
        <a:lstStyle/>
        <a:p>
          <a:endParaRPr lang="en-US"/>
        </a:p>
      </dgm:t>
    </dgm:pt>
    <dgm:pt modelId="{09338BA7-5868-4625-A401-44A27943BF66}">
      <dgm:prSet/>
      <dgm:spPr/>
      <dgm:t>
        <a:bodyPr/>
        <a:lstStyle/>
        <a:p>
          <a:r>
            <a:rPr lang="en-US"/>
            <a:t>- Analizar proporción de éxitos por sitio de lanzamiento.</a:t>
          </a:r>
        </a:p>
      </dgm:t>
    </dgm:pt>
    <dgm:pt modelId="{B8870426-0ECB-4F19-9A92-2D6F044A4211}" type="parTrans" cxnId="{8B142835-2CA2-430E-8AF0-6749587E982A}">
      <dgm:prSet/>
      <dgm:spPr/>
      <dgm:t>
        <a:bodyPr/>
        <a:lstStyle/>
        <a:p>
          <a:endParaRPr lang="en-US"/>
        </a:p>
      </dgm:t>
    </dgm:pt>
    <dgm:pt modelId="{F5850492-AB78-489D-BA9D-150C347EA1BF}" type="sibTrans" cxnId="{8B142835-2CA2-430E-8AF0-6749587E982A}">
      <dgm:prSet/>
      <dgm:spPr/>
      <dgm:t>
        <a:bodyPr/>
        <a:lstStyle/>
        <a:p>
          <a:endParaRPr lang="en-US"/>
        </a:p>
      </dgm:t>
    </dgm:pt>
    <dgm:pt modelId="{0CAAF191-4FCE-4A67-967B-6E31137040D6}">
      <dgm:prSet/>
      <dgm:spPr/>
      <dgm:t>
        <a:bodyPr/>
        <a:lstStyle/>
        <a:p>
          <a:r>
            <a:rPr lang="en-US"/>
            <a:t>- Identificar que KSC LC-39A tiene mayor tasa de éxito.</a:t>
          </a:r>
        </a:p>
      </dgm:t>
    </dgm:pt>
    <dgm:pt modelId="{2E15E9FB-38AC-4EC2-B919-E5AD055D4991}" type="parTrans" cxnId="{E9BD40E2-EA99-4C8E-9DE5-B385D4262039}">
      <dgm:prSet/>
      <dgm:spPr/>
      <dgm:t>
        <a:bodyPr/>
        <a:lstStyle/>
        <a:p>
          <a:endParaRPr lang="en-US"/>
        </a:p>
      </dgm:t>
    </dgm:pt>
    <dgm:pt modelId="{6F23FBB9-1664-45CD-BC15-90D9FB6F9184}" type="sibTrans" cxnId="{E9BD40E2-EA99-4C8E-9DE5-B385D4262039}">
      <dgm:prSet/>
      <dgm:spPr/>
      <dgm:t>
        <a:bodyPr/>
        <a:lstStyle/>
        <a:p>
          <a:endParaRPr lang="en-US"/>
        </a:p>
      </dgm:t>
    </dgm:pt>
    <dgm:pt modelId="{643249A9-70F1-4AC4-BB54-BF84BB4DB65D}">
      <dgm:prSet/>
      <dgm:spPr/>
      <dgm:t>
        <a:bodyPr/>
        <a:lstStyle/>
        <a:p>
          <a:r>
            <a:rPr lang="en-US"/>
            <a:t>- Explorar correlación entre masa de carga y probabilidad de éxito.</a:t>
          </a:r>
        </a:p>
      </dgm:t>
    </dgm:pt>
    <dgm:pt modelId="{2CF3B338-D659-43FB-802D-260491DE55E9}" type="parTrans" cxnId="{4122C219-BC88-4BB3-B4C9-063AD73A54DA}">
      <dgm:prSet/>
      <dgm:spPr/>
      <dgm:t>
        <a:bodyPr/>
        <a:lstStyle/>
        <a:p>
          <a:endParaRPr lang="en-US"/>
        </a:p>
      </dgm:t>
    </dgm:pt>
    <dgm:pt modelId="{AC9A509D-8882-4D9A-94A5-73EE53873F83}" type="sibTrans" cxnId="{4122C219-BC88-4BB3-B4C9-063AD73A54DA}">
      <dgm:prSet/>
      <dgm:spPr/>
      <dgm:t>
        <a:bodyPr/>
        <a:lstStyle/>
        <a:p>
          <a:endParaRPr lang="en-US"/>
        </a:p>
      </dgm:t>
    </dgm:pt>
    <dgm:pt modelId="{91922E29-B548-4BB1-AB1B-DC2617B263C7}" type="pres">
      <dgm:prSet presAssocID="{4B0D4932-8741-4EA8-A33E-A4DF20101B8C}" presName="linear" presStyleCnt="0">
        <dgm:presLayoutVars>
          <dgm:animLvl val="lvl"/>
          <dgm:resizeHandles val="exact"/>
        </dgm:presLayoutVars>
      </dgm:prSet>
      <dgm:spPr/>
    </dgm:pt>
    <dgm:pt modelId="{260E0471-8803-4513-A24B-9C80A0C980F4}" type="pres">
      <dgm:prSet presAssocID="{D9355435-F213-4287-9220-E83E75B724AD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02568DAA-B27A-4C66-AEE9-22A9C21B4C2F}" type="pres">
      <dgm:prSet presAssocID="{ECF95448-F5B7-4003-954E-97BADCEF7018}" presName="spacer" presStyleCnt="0"/>
      <dgm:spPr/>
    </dgm:pt>
    <dgm:pt modelId="{9ED2EF4A-55AA-4C9F-8DCE-7B1FD277EFE7}" type="pres">
      <dgm:prSet presAssocID="{09338BA7-5868-4625-A401-44A27943BF66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A3E68292-E643-400C-9477-CE68296079EE}" type="pres">
      <dgm:prSet presAssocID="{F5850492-AB78-489D-BA9D-150C347EA1BF}" presName="spacer" presStyleCnt="0"/>
      <dgm:spPr/>
    </dgm:pt>
    <dgm:pt modelId="{D3E91875-2AFD-4535-9E34-C4101E5EF7D7}" type="pres">
      <dgm:prSet presAssocID="{0CAAF191-4FCE-4A67-967B-6E31137040D6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B6CC81C0-8A15-4EE4-84A2-11D3963DE02C}" type="pres">
      <dgm:prSet presAssocID="{6F23FBB9-1664-45CD-BC15-90D9FB6F9184}" presName="spacer" presStyleCnt="0"/>
      <dgm:spPr/>
    </dgm:pt>
    <dgm:pt modelId="{FB6E54D7-9D8E-4FE1-9A69-9330C43FD82D}" type="pres">
      <dgm:prSet presAssocID="{643249A9-70F1-4AC4-BB54-BF84BB4DB65D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E313DB06-D8FA-469A-B09C-C5EDBCB256DE}" type="presOf" srcId="{643249A9-70F1-4AC4-BB54-BF84BB4DB65D}" destId="{FB6E54D7-9D8E-4FE1-9A69-9330C43FD82D}" srcOrd="0" destOrd="0" presId="urn:microsoft.com/office/officeart/2005/8/layout/vList2"/>
    <dgm:cxn modelId="{F19DD10D-D2AB-43E0-B0F8-CBDF6B39D255}" type="presOf" srcId="{D9355435-F213-4287-9220-E83E75B724AD}" destId="{260E0471-8803-4513-A24B-9C80A0C980F4}" srcOrd="0" destOrd="0" presId="urn:microsoft.com/office/officeart/2005/8/layout/vList2"/>
    <dgm:cxn modelId="{4122C219-BC88-4BB3-B4C9-063AD73A54DA}" srcId="{4B0D4932-8741-4EA8-A33E-A4DF20101B8C}" destId="{643249A9-70F1-4AC4-BB54-BF84BB4DB65D}" srcOrd="3" destOrd="0" parTransId="{2CF3B338-D659-43FB-802D-260491DE55E9}" sibTransId="{AC9A509D-8882-4D9A-94A5-73EE53873F83}"/>
    <dgm:cxn modelId="{54C53D21-6663-4B39-8BD8-D16396A0C68B}" srcId="{4B0D4932-8741-4EA8-A33E-A4DF20101B8C}" destId="{D9355435-F213-4287-9220-E83E75B724AD}" srcOrd="0" destOrd="0" parTransId="{BA0B06DE-1736-4704-9D4F-8650C02716B7}" sibTransId="{ECF95448-F5B7-4003-954E-97BADCEF7018}"/>
    <dgm:cxn modelId="{8B142835-2CA2-430E-8AF0-6749587E982A}" srcId="{4B0D4932-8741-4EA8-A33E-A4DF20101B8C}" destId="{09338BA7-5868-4625-A401-44A27943BF66}" srcOrd="1" destOrd="0" parTransId="{B8870426-0ECB-4F19-9A92-2D6F044A4211}" sibTransId="{F5850492-AB78-489D-BA9D-150C347EA1BF}"/>
    <dgm:cxn modelId="{D7373C90-1F6E-4A84-A196-91B37349B8E3}" type="presOf" srcId="{4B0D4932-8741-4EA8-A33E-A4DF20101B8C}" destId="{91922E29-B548-4BB1-AB1B-DC2617B263C7}" srcOrd="0" destOrd="0" presId="urn:microsoft.com/office/officeart/2005/8/layout/vList2"/>
    <dgm:cxn modelId="{86CB92C5-AA1F-4F68-AA1A-652412036E34}" type="presOf" srcId="{09338BA7-5868-4625-A401-44A27943BF66}" destId="{9ED2EF4A-55AA-4C9F-8DCE-7B1FD277EFE7}" srcOrd="0" destOrd="0" presId="urn:microsoft.com/office/officeart/2005/8/layout/vList2"/>
    <dgm:cxn modelId="{E9BD40E2-EA99-4C8E-9DE5-B385D4262039}" srcId="{4B0D4932-8741-4EA8-A33E-A4DF20101B8C}" destId="{0CAAF191-4FCE-4A67-967B-6E31137040D6}" srcOrd="2" destOrd="0" parTransId="{2E15E9FB-38AC-4EC2-B919-E5AD055D4991}" sibTransId="{6F23FBB9-1664-45CD-BC15-90D9FB6F9184}"/>
    <dgm:cxn modelId="{57D74FEB-1D9F-4E06-8462-BF62B2530FCA}" type="presOf" srcId="{0CAAF191-4FCE-4A67-967B-6E31137040D6}" destId="{D3E91875-2AFD-4535-9E34-C4101E5EF7D7}" srcOrd="0" destOrd="0" presId="urn:microsoft.com/office/officeart/2005/8/layout/vList2"/>
    <dgm:cxn modelId="{CE2BB4D5-04E3-4E9C-A611-5B1297CABB7E}" type="presParOf" srcId="{91922E29-B548-4BB1-AB1B-DC2617B263C7}" destId="{260E0471-8803-4513-A24B-9C80A0C980F4}" srcOrd="0" destOrd="0" presId="urn:microsoft.com/office/officeart/2005/8/layout/vList2"/>
    <dgm:cxn modelId="{34525CD8-EE44-41A4-87F0-87C64B18C847}" type="presParOf" srcId="{91922E29-B548-4BB1-AB1B-DC2617B263C7}" destId="{02568DAA-B27A-4C66-AEE9-22A9C21B4C2F}" srcOrd="1" destOrd="0" presId="urn:microsoft.com/office/officeart/2005/8/layout/vList2"/>
    <dgm:cxn modelId="{41401953-37F6-4EB3-B873-3834B070D9DB}" type="presParOf" srcId="{91922E29-B548-4BB1-AB1B-DC2617B263C7}" destId="{9ED2EF4A-55AA-4C9F-8DCE-7B1FD277EFE7}" srcOrd="2" destOrd="0" presId="urn:microsoft.com/office/officeart/2005/8/layout/vList2"/>
    <dgm:cxn modelId="{4295C0D3-7CF5-457A-BC60-3FE215EDB367}" type="presParOf" srcId="{91922E29-B548-4BB1-AB1B-DC2617B263C7}" destId="{A3E68292-E643-400C-9477-CE68296079EE}" srcOrd="3" destOrd="0" presId="urn:microsoft.com/office/officeart/2005/8/layout/vList2"/>
    <dgm:cxn modelId="{6B5BC5B6-2820-4C13-997A-3422522A4D17}" type="presParOf" srcId="{91922E29-B548-4BB1-AB1B-DC2617B263C7}" destId="{D3E91875-2AFD-4535-9E34-C4101E5EF7D7}" srcOrd="4" destOrd="0" presId="urn:microsoft.com/office/officeart/2005/8/layout/vList2"/>
    <dgm:cxn modelId="{88BDE8A1-589A-41B8-BC27-B027EB7F0BEA}" type="presParOf" srcId="{91922E29-B548-4BB1-AB1B-DC2617B263C7}" destId="{B6CC81C0-8A15-4EE4-84A2-11D3963DE02C}" srcOrd="5" destOrd="0" presId="urn:microsoft.com/office/officeart/2005/8/layout/vList2"/>
    <dgm:cxn modelId="{A08BAE89-49FB-484A-AB9F-730CF16E74C7}" type="presParOf" srcId="{91922E29-B548-4BB1-AB1B-DC2617B263C7}" destId="{FB6E54D7-9D8E-4FE1-9A69-9330C43FD82D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774079A-ABA3-4CA9-B3BC-9623CBFE1810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8B8CA914-96FA-4EE5-9870-8D9E1525566D}">
      <dgm:prSet/>
      <dgm:spPr/>
      <dgm:t>
        <a:bodyPr/>
        <a:lstStyle/>
        <a:p>
          <a:r>
            <a:rPr lang="en-US"/>
            <a:t>SpaceX ha mejorado significativamente su capacidad de aterrizaje.</a:t>
          </a:r>
        </a:p>
      </dgm:t>
    </dgm:pt>
    <dgm:pt modelId="{A6C9A9E1-AA70-4054-847F-4AEE0EC79398}" type="parTrans" cxnId="{52C5B485-B260-48CB-87E4-1FC0EC224FEB}">
      <dgm:prSet/>
      <dgm:spPr/>
      <dgm:t>
        <a:bodyPr/>
        <a:lstStyle/>
        <a:p>
          <a:endParaRPr lang="en-US"/>
        </a:p>
      </dgm:t>
    </dgm:pt>
    <dgm:pt modelId="{CE51D3B7-0B22-4E4E-A000-389B76A2BA3F}" type="sibTrans" cxnId="{52C5B485-B260-48CB-87E4-1FC0EC224FEB}">
      <dgm:prSet/>
      <dgm:spPr/>
      <dgm:t>
        <a:bodyPr/>
        <a:lstStyle/>
        <a:p>
          <a:endParaRPr lang="en-US"/>
        </a:p>
      </dgm:t>
    </dgm:pt>
    <dgm:pt modelId="{E9426B68-0BC0-4C7C-A1B3-E99484ACF1CD}">
      <dgm:prSet/>
      <dgm:spPr/>
      <dgm:t>
        <a:bodyPr/>
        <a:lstStyle/>
        <a:p>
          <a:r>
            <a:rPr lang="en-US"/>
            <a:t>Factores clave:</a:t>
          </a:r>
        </a:p>
      </dgm:t>
    </dgm:pt>
    <dgm:pt modelId="{825967C5-36CB-453A-8E40-F7B7FC734462}" type="parTrans" cxnId="{AD631CC4-47D7-4214-8E1D-D7BE7559CEBD}">
      <dgm:prSet/>
      <dgm:spPr/>
      <dgm:t>
        <a:bodyPr/>
        <a:lstStyle/>
        <a:p>
          <a:endParaRPr lang="en-US"/>
        </a:p>
      </dgm:t>
    </dgm:pt>
    <dgm:pt modelId="{6EBE5F26-0BD3-47BF-B23A-9A792A52F063}" type="sibTrans" cxnId="{AD631CC4-47D7-4214-8E1D-D7BE7559CEBD}">
      <dgm:prSet/>
      <dgm:spPr/>
      <dgm:t>
        <a:bodyPr/>
        <a:lstStyle/>
        <a:p>
          <a:endParaRPr lang="en-US"/>
        </a:p>
      </dgm:t>
    </dgm:pt>
    <dgm:pt modelId="{9B9D2F7D-3DBB-4E0B-BCA7-C7B4C78D48EA}">
      <dgm:prSet/>
      <dgm:spPr/>
      <dgm:t>
        <a:bodyPr/>
        <a:lstStyle/>
        <a:p>
          <a:r>
            <a:rPr lang="en-US"/>
            <a:t>- Tipo de órbita</a:t>
          </a:r>
        </a:p>
      </dgm:t>
    </dgm:pt>
    <dgm:pt modelId="{6B1223A4-3DC9-45CC-9AD3-70D13D04D4F4}" type="parTrans" cxnId="{47B79662-9383-429D-B47B-54C7B200766F}">
      <dgm:prSet/>
      <dgm:spPr/>
      <dgm:t>
        <a:bodyPr/>
        <a:lstStyle/>
        <a:p>
          <a:endParaRPr lang="en-US"/>
        </a:p>
      </dgm:t>
    </dgm:pt>
    <dgm:pt modelId="{A1C1FB47-28BF-4F19-8944-4C0D32D45C8D}" type="sibTrans" cxnId="{47B79662-9383-429D-B47B-54C7B200766F}">
      <dgm:prSet/>
      <dgm:spPr/>
      <dgm:t>
        <a:bodyPr/>
        <a:lstStyle/>
        <a:p>
          <a:endParaRPr lang="en-US"/>
        </a:p>
      </dgm:t>
    </dgm:pt>
    <dgm:pt modelId="{F96CCD6A-1F34-488B-A1E8-117644789B6C}">
      <dgm:prSet/>
      <dgm:spPr/>
      <dgm:t>
        <a:bodyPr/>
        <a:lstStyle/>
        <a:p>
          <a:r>
            <a:rPr lang="en-US"/>
            <a:t>- Masa de carga útil</a:t>
          </a:r>
        </a:p>
      </dgm:t>
    </dgm:pt>
    <dgm:pt modelId="{67FCB8C8-1CD9-4E21-B1D0-3C13B61FAD1C}" type="parTrans" cxnId="{8C266C6E-ADB3-4EB1-BCEE-E48AF3A0CF0F}">
      <dgm:prSet/>
      <dgm:spPr/>
      <dgm:t>
        <a:bodyPr/>
        <a:lstStyle/>
        <a:p>
          <a:endParaRPr lang="en-US"/>
        </a:p>
      </dgm:t>
    </dgm:pt>
    <dgm:pt modelId="{79FED8DC-5B4B-4FA8-9DF4-E7243B8CEF82}" type="sibTrans" cxnId="{8C266C6E-ADB3-4EB1-BCEE-E48AF3A0CF0F}">
      <dgm:prSet/>
      <dgm:spPr/>
      <dgm:t>
        <a:bodyPr/>
        <a:lstStyle/>
        <a:p>
          <a:endParaRPr lang="en-US"/>
        </a:p>
      </dgm:t>
    </dgm:pt>
    <dgm:pt modelId="{338885EC-FCB3-41AB-8A85-2674AFDEE19C}">
      <dgm:prSet/>
      <dgm:spPr/>
      <dgm:t>
        <a:bodyPr/>
        <a:lstStyle/>
        <a:p>
          <a:r>
            <a:rPr lang="en-US"/>
            <a:t>- Sitio de lanzamiento</a:t>
          </a:r>
        </a:p>
      </dgm:t>
    </dgm:pt>
    <dgm:pt modelId="{04828CF4-BEDA-4B8B-A080-B2EDD1A67E32}" type="parTrans" cxnId="{DD8141C7-5B4E-432B-AE42-2B2250096752}">
      <dgm:prSet/>
      <dgm:spPr/>
      <dgm:t>
        <a:bodyPr/>
        <a:lstStyle/>
        <a:p>
          <a:endParaRPr lang="en-US"/>
        </a:p>
      </dgm:t>
    </dgm:pt>
    <dgm:pt modelId="{BB40C50C-FA35-499B-888C-7D3D65EB6E9A}" type="sibTrans" cxnId="{DD8141C7-5B4E-432B-AE42-2B2250096752}">
      <dgm:prSet/>
      <dgm:spPr/>
      <dgm:t>
        <a:bodyPr/>
        <a:lstStyle/>
        <a:p>
          <a:endParaRPr lang="en-US"/>
        </a:p>
      </dgm:t>
    </dgm:pt>
    <dgm:pt modelId="{18863D70-671E-44D5-82A8-4811185C491B}">
      <dgm:prSet/>
      <dgm:spPr/>
      <dgm:t>
        <a:bodyPr/>
        <a:lstStyle/>
        <a:p>
          <a:r>
            <a:rPr lang="en-US"/>
            <a:t>La predicción del éxito ayuda a evaluar costos y competitividad.</a:t>
          </a:r>
        </a:p>
      </dgm:t>
    </dgm:pt>
    <dgm:pt modelId="{C7B34BD4-87EF-4E01-9889-2FC544586D2D}" type="parTrans" cxnId="{F2B87FF2-25FC-4947-B9C8-7EF049993032}">
      <dgm:prSet/>
      <dgm:spPr/>
      <dgm:t>
        <a:bodyPr/>
        <a:lstStyle/>
        <a:p>
          <a:endParaRPr lang="en-US"/>
        </a:p>
      </dgm:t>
    </dgm:pt>
    <dgm:pt modelId="{F5DDAB64-D4AD-4CAD-B739-6217A12D819F}" type="sibTrans" cxnId="{F2B87FF2-25FC-4947-B9C8-7EF049993032}">
      <dgm:prSet/>
      <dgm:spPr/>
      <dgm:t>
        <a:bodyPr/>
        <a:lstStyle/>
        <a:p>
          <a:endParaRPr lang="en-US"/>
        </a:p>
      </dgm:t>
    </dgm:pt>
    <dgm:pt modelId="{B44B1C47-C2D2-4A53-948F-BA0865CBB74E}" type="pres">
      <dgm:prSet presAssocID="{8774079A-ABA3-4CA9-B3BC-9623CBFE1810}" presName="linear" presStyleCnt="0">
        <dgm:presLayoutVars>
          <dgm:animLvl val="lvl"/>
          <dgm:resizeHandles val="exact"/>
        </dgm:presLayoutVars>
      </dgm:prSet>
      <dgm:spPr/>
    </dgm:pt>
    <dgm:pt modelId="{CAFCF9B2-929C-47F6-BAFC-2BDA9654EE97}" type="pres">
      <dgm:prSet presAssocID="{8B8CA914-96FA-4EE5-9870-8D9E1525566D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B07A73B8-9442-4CA5-B3E8-14244483630A}" type="pres">
      <dgm:prSet presAssocID="{CE51D3B7-0B22-4E4E-A000-389B76A2BA3F}" presName="spacer" presStyleCnt="0"/>
      <dgm:spPr/>
    </dgm:pt>
    <dgm:pt modelId="{E0E4D854-0DFF-44BF-8788-923BBC358512}" type="pres">
      <dgm:prSet presAssocID="{E9426B68-0BC0-4C7C-A1B3-E99484ACF1CD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C64F6BA3-ABDB-4621-8C0A-889A90B4DA83}" type="pres">
      <dgm:prSet presAssocID="{6EBE5F26-0BD3-47BF-B23A-9A792A52F063}" presName="spacer" presStyleCnt="0"/>
      <dgm:spPr/>
    </dgm:pt>
    <dgm:pt modelId="{DB9085DA-B584-4055-BE74-A93704449F89}" type="pres">
      <dgm:prSet presAssocID="{9B9D2F7D-3DBB-4E0B-BCA7-C7B4C78D48EA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1AFE6CAE-BF82-463D-8138-D105DFDF9634}" type="pres">
      <dgm:prSet presAssocID="{A1C1FB47-28BF-4F19-8944-4C0D32D45C8D}" presName="spacer" presStyleCnt="0"/>
      <dgm:spPr/>
    </dgm:pt>
    <dgm:pt modelId="{F2379D02-7704-4678-A921-51FBFC9B6733}" type="pres">
      <dgm:prSet presAssocID="{F96CCD6A-1F34-488B-A1E8-117644789B6C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F641F01E-7E1D-4D0C-AD99-CE43347ACC3F}" type="pres">
      <dgm:prSet presAssocID="{79FED8DC-5B4B-4FA8-9DF4-E7243B8CEF82}" presName="spacer" presStyleCnt="0"/>
      <dgm:spPr/>
    </dgm:pt>
    <dgm:pt modelId="{866080F5-B491-443B-B8F8-30E0AA056D3E}" type="pres">
      <dgm:prSet presAssocID="{338885EC-FCB3-41AB-8A85-2674AFDEE19C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2A53E6BC-8405-4B52-AC8D-10358AFA105F}" type="pres">
      <dgm:prSet presAssocID="{BB40C50C-FA35-499B-888C-7D3D65EB6E9A}" presName="spacer" presStyleCnt="0"/>
      <dgm:spPr/>
    </dgm:pt>
    <dgm:pt modelId="{F98558AA-098D-471D-822B-3828A4F90F76}" type="pres">
      <dgm:prSet presAssocID="{18863D70-671E-44D5-82A8-4811185C491B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2B91AC21-296A-422F-8E81-44B582C1A47C}" type="presOf" srcId="{E9426B68-0BC0-4C7C-A1B3-E99484ACF1CD}" destId="{E0E4D854-0DFF-44BF-8788-923BBC358512}" srcOrd="0" destOrd="0" presId="urn:microsoft.com/office/officeart/2005/8/layout/vList2"/>
    <dgm:cxn modelId="{47B79662-9383-429D-B47B-54C7B200766F}" srcId="{8774079A-ABA3-4CA9-B3BC-9623CBFE1810}" destId="{9B9D2F7D-3DBB-4E0B-BCA7-C7B4C78D48EA}" srcOrd="2" destOrd="0" parTransId="{6B1223A4-3DC9-45CC-9AD3-70D13D04D4F4}" sibTransId="{A1C1FB47-28BF-4F19-8944-4C0D32D45C8D}"/>
    <dgm:cxn modelId="{75AC7C4A-DD20-4C49-8772-8ABAB6189417}" type="presOf" srcId="{338885EC-FCB3-41AB-8A85-2674AFDEE19C}" destId="{866080F5-B491-443B-B8F8-30E0AA056D3E}" srcOrd="0" destOrd="0" presId="urn:microsoft.com/office/officeart/2005/8/layout/vList2"/>
    <dgm:cxn modelId="{8C266C6E-ADB3-4EB1-BCEE-E48AF3A0CF0F}" srcId="{8774079A-ABA3-4CA9-B3BC-9623CBFE1810}" destId="{F96CCD6A-1F34-488B-A1E8-117644789B6C}" srcOrd="3" destOrd="0" parTransId="{67FCB8C8-1CD9-4E21-B1D0-3C13B61FAD1C}" sibTransId="{79FED8DC-5B4B-4FA8-9DF4-E7243B8CEF82}"/>
    <dgm:cxn modelId="{A4736D6E-9135-43C1-BC75-33075C2B9CAE}" type="presOf" srcId="{8B8CA914-96FA-4EE5-9870-8D9E1525566D}" destId="{CAFCF9B2-929C-47F6-BAFC-2BDA9654EE97}" srcOrd="0" destOrd="0" presId="urn:microsoft.com/office/officeart/2005/8/layout/vList2"/>
    <dgm:cxn modelId="{52C5B485-B260-48CB-87E4-1FC0EC224FEB}" srcId="{8774079A-ABA3-4CA9-B3BC-9623CBFE1810}" destId="{8B8CA914-96FA-4EE5-9870-8D9E1525566D}" srcOrd="0" destOrd="0" parTransId="{A6C9A9E1-AA70-4054-847F-4AEE0EC79398}" sibTransId="{CE51D3B7-0B22-4E4E-A000-389B76A2BA3F}"/>
    <dgm:cxn modelId="{13D887C2-479F-4A52-88A2-0408991B4C3B}" type="presOf" srcId="{9B9D2F7D-3DBB-4E0B-BCA7-C7B4C78D48EA}" destId="{DB9085DA-B584-4055-BE74-A93704449F89}" srcOrd="0" destOrd="0" presId="urn:microsoft.com/office/officeart/2005/8/layout/vList2"/>
    <dgm:cxn modelId="{AD631CC4-47D7-4214-8E1D-D7BE7559CEBD}" srcId="{8774079A-ABA3-4CA9-B3BC-9623CBFE1810}" destId="{E9426B68-0BC0-4C7C-A1B3-E99484ACF1CD}" srcOrd="1" destOrd="0" parTransId="{825967C5-36CB-453A-8E40-F7B7FC734462}" sibTransId="{6EBE5F26-0BD3-47BF-B23A-9A792A52F063}"/>
    <dgm:cxn modelId="{DD8141C7-5B4E-432B-AE42-2B2250096752}" srcId="{8774079A-ABA3-4CA9-B3BC-9623CBFE1810}" destId="{338885EC-FCB3-41AB-8A85-2674AFDEE19C}" srcOrd="4" destOrd="0" parTransId="{04828CF4-BEDA-4B8B-A080-B2EDD1A67E32}" sibTransId="{BB40C50C-FA35-499B-888C-7D3D65EB6E9A}"/>
    <dgm:cxn modelId="{AB8F35D7-5D48-4329-9781-704BBA3BD1FC}" type="presOf" srcId="{8774079A-ABA3-4CA9-B3BC-9623CBFE1810}" destId="{B44B1C47-C2D2-4A53-948F-BA0865CBB74E}" srcOrd="0" destOrd="0" presId="urn:microsoft.com/office/officeart/2005/8/layout/vList2"/>
    <dgm:cxn modelId="{9E460AE3-82DA-41BB-8AF7-A09DCBFD15D9}" type="presOf" srcId="{F96CCD6A-1F34-488B-A1E8-117644789B6C}" destId="{F2379D02-7704-4678-A921-51FBFC9B6733}" srcOrd="0" destOrd="0" presId="urn:microsoft.com/office/officeart/2005/8/layout/vList2"/>
    <dgm:cxn modelId="{7E22F4EC-453C-4700-9832-3B75D66C9B24}" type="presOf" srcId="{18863D70-671E-44D5-82A8-4811185C491B}" destId="{F98558AA-098D-471D-822B-3828A4F90F76}" srcOrd="0" destOrd="0" presId="urn:microsoft.com/office/officeart/2005/8/layout/vList2"/>
    <dgm:cxn modelId="{F2B87FF2-25FC-4947-B9C8-7EF049993032}" srcId="{8774079A-ABA3-4CA9-B3BC-9623CBFE1810}" destId="{18863D70-671E-44D5-82A8-4811185C491B}" srcOrd="5" destOrd="0" parTransId="{C7B34BD4-87EF-4E01-9889-2FC544586D2D}" sibTransId="{F5DDAB64-D4AD-4CAD-B739-6217A12D819F}"/>
    <dgm:cxn modelId="{6F441418-9511-4D46-9A56-770292CCA9DB}" type="presParOf" srcId="{B44B1C47-C2D2-4A53-948F-BA0865CBB74E}" destId="{CAFCF9B2-929C-47F6-BAFC-2BDA9654EE97}" srcOrd="0" destOrd="0" presId="urn:microsoft.com/office/officeart/2005/8/layout/vList2"/>
    <dgm:cxn modelId="{7C5DF68F-7307-4EFA-8D2D-91172BCE52E9}" type="presParOf" srcId="{B44B1C47-C2D2-4A53-948F-BA0865CBB74E}" destId="{B07A73B8-9442-4CA5-B3E8-14244483630A}" srcOrd="1" destOrd="0" presId="urn:microsoft.com/office/officeart/2005/8/layout/vList2"/>
    <dgm:cxn modelId="{604328F6-1238-4FF7-BFFC-1174C217FAEA}" type="presParOf" srcId="{B44B1C47-C2D2-4A53-948F-BA0865CBB74E}" destId="{E0E4D854-0DFF-44BF-8788-923BBC358512}" srcOrd="2" destOrd="0" presId="urn:microsoft.com/office/officeart/2005/8/layout/vList2"/>
    <dgm:cxn modelId="{77BC359D-6F5E-4E0B-B32C-F5FFF0CECE60}" type="presParOf" srcId="{B44B1C47-C2D2-4A53-948F-BA0865CBB74E}" destId="{C64F6BA3-ABDB-4621-8C0A-889A90B4DA83}" srcOrd="3" destOrd="0" presId="urn:microsoft.com/office/officeart/2005/8/layout/vList2"/>
    <dgm:cxn modelId="{845C6EDC-9C31-4C23-A967-9AD8C9818E2F}" type="presParOf" srcId="{B44B1C47-C2D2-4A53-948F-BA0865CBB74E}" destId="{DB9085DA-B584-4055-BE74-A93704449F89}" srcOrd="4" destOrd="0" presId="urn:microsoft.com/office/officeart/2005/8/layout/vList2"/>
    <dgm:cxn modelId="{6860E333-7947-4132-8477-51E3555F4B0A}" type="presParOf" srcId="{B44B1C47-C2D2-4A53-948F-BA0865CBB74E}" destId="{1AFE6CAE-BF82-463D-8138-D105DFDF9634}" srcOrd="5" destOrd="0" presId="urn:microsoft.com/office/officeart/2005/8/layout/vList2"/>
    <dgm:cxn modelId="{B1AC9791-49C4-4E6F-A5E4-6CFC5743FF1D}" type="presParOf" srcId="{B44B1C47-C2D2-4A53-948F-BA0865CBB74E}" destId="{F2379D02-7704-4678-A921-51FBFC9B6733}" srcOrd="6" destOrd="0" presId="urn:microsoft.com/office/officeart/2005/8/layout/vList2"/>
    <dgm:cxn modelId="{D98CEF16-9447-469B-BFE3-41A4AFFFC045}" type="presParOf" srcId="{B44B1C47-C2D2-4A53-948F-BA0865CBB74E}" destId="{F641F01E-7E1D-4D0C-AD99-CE43347ACC3F}" srcOrd="7" destOrd="0" presId="urn:microsoft.com/office/officeart/2005/8/layout/vList2"/>
    <dgm:cxn modelId="{D57265C6-3827-4AA2-960A-DA71AFA08DD3}" type="presParOf" srcId="{B44B1C47-C2D2-4A53-948F-BA0865CBB74E}" destId="{866080F5-B491-443B-B8F8-30E0AA056D3E}" srcOrd="8" destOrd="0" presId="urn:microsoft.com/office/officeart/2005/8/layout/vList2"/>
    <dgm:cxn modelId="{5F69897B-22A0-42FF-8DA0-D43F4AB18768}" type="presParOf" srcId="{B44B1C47-C2D2-4A53-948F-BA0865CBB74E}" destId="{2A53E6BC-8405-4B52-AC8D-10358AFA105F}" srcOrd="9" destOrd="0" presId="urn:microsoft.com/office/officeart/2005/8/layout/vList2"/>
    <dgm:cxn modelId="{A552B660-EBDF-4AD4-925F-8B7276C13B69}" type="presParOf" srcId="{B44B1C47-C2D2-4A53-948F-BA0865CBB74E}" destId="{F98558AA-098D-471D-822B-3828A4F90F76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AC3EC222-E799-4BE1-9B91-85024BEA6AA7}" type="doc">
      <dgm:prSet loTypeId="urn:microsoft.com/office/officeart/2008/layout/LinedList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2C92AD77-3408-403A-923E-59D142CE6BAC}">
      <dgm:prSet/>
      <dgm:spPr/>
      <dgm:t>
        <a:bodyPr/>
        <a:lstStyle/>
        <a:p>
          <a:r>
            <a:rPr lang="en-US"/>
            <a:t>Propuestas futuras:</a:t>
          </a:r>
        </a:p>
      </dgm:t>
    </dgm:pt>
    <dgm:pt modelId="{AAE7B492-FA19-4C8C-AB5F-78A5A5FEBEA1}" type="parTrans" cxnId="{DAEC0B10-5660-4A21-B926-DB1A5DB97B11}">
      <dgm:prSet/>
      <dgm:spPr/>
      <dgm:t>
        <a:bodyPr/>
        <a:lstStyle/>
        <a:p>
          <a:endParaRPr lang="en-US"/>
        </a:p>
      </dgm:t>
    </dgm:pt>
    <dgm:pt modelId="{3B2EFBE1-7C10-466F-A887-981ED5E07E43}" type="sibTrans" cxnId="{DAEC0B10-5660-4A21-B926-DB1A5DB97B11}">
      <dgm:prSet/>
      <dgm:spPr/>
      <dgm:t>
        <a:bodyPr/>
        <a:lstStyle/>
        <a:p>
          <a:endParaRPr lang="en-US"/>
        </a:p>
      </dgm:t>
    </dgm:pt>
    <dgm:pt modelId="{6ACB910F-ABD0-4098-ACAD-EF5CD7D5A9F6}">
      <dgm:prSet/>
      <dgm:spPr/>
      <dgm:t>
        <a:bodyPr/>
        <a:lstStyle/>
        <a:p>
          <a:r>
            <a:rPr lang="en-US"/>
            <a:t>- Mantenimiento predictivo usando telemetría en tiempo real.</a:t>
          </a:r>
        </a:p>
      </dgm:t>
    </dgm:pt>
    <dgm:pt modelId="{E7B19958-D7F2-448C-978B-6A2181066159}" type="parTrans" cxnId="{BD9F8D51-35D4-4203-9E32-782BA2E29BEB}">
      <dgm:prSet/>
      <dgm:spPr/>
      <dgm:t>
        <a:bodyPr/>
        <a:lstStyle/>
        <a:p>
          <a:endParaRPr lang="en-US"/>
        </a:p>
      </dgm:t>
    </dgm:pt>
    <dgm:pt modelId="{A219D252-D4CE-4963-9DD5-BD65F25D3681}" type="sibTrans" cxnId="{BD9F8D51-35D4-4203-9E32-782BA2E29BEB}">
      <dgm:prSet/>
      <dgm:spPr/>
      <dgm:t>
        <a:bodyPr/>
        <a:lstStyle/>
        <a:p>
          <a:endParaRPr lang="en-US"/>
        </a:p>
      </dgm:t>
    </dgm:pt>
    <dgm:pt modelId="{39B4E5F8-68FC-4BA5-8ED2-95C11A7AFCEC}">
      <dgm:prSet/>
      <dgm:spPr/>
      <dgm:t>
        <a:bodyPr/>
        <a:lstStyle/>
        <a:p>
          <a:r>
            <a:rPr lang="en-US"/>
            <a:t>- Modelos de deep learning para optimizar ventanas de lanzamiento.</a:t>
          </a:r>
        </a:p>
      </dgm:t>
    </dgm:pt>
    <dgm:pt modelId="{76D0F537-DB37-46EF-8701-7260FC4087C0}" type="parTrans" cxnId="{320017E0-5E05-43F5-8C96-831E04B483E8}">
      <dgm:prSet/>
      <dgm:spPr/>
      <dgm:t>
        <a:bodyPr/>
        <a:lstStyle/>
        <a:p>
          <a:endParaRPr lang="en-US"/>
        </a:p>
      </dgm:t>
    </dgm:pt>
    <dgm:pt modelId="{36ABF271-1061-4DAD-A569-DE3D6045A6B1}" type="sibTrans" cxnId="{320017E0-5E05-43F5-8C96-831E04B483E8}">
      <dgm:prSet/>
      <dgm:spPr/>
      <dgm:t>
        <a:bodyPr/>
        <a:lstStyle/>
        <a:p>
          <a:endParaRPr lang="en-US"/>
        </a:p>
      </dgm:t>
    </dgm:pt>
    <dgm:pt modelId="{E130F8FE-1626-4FF3-9574-47CDD9D07247}">
      <dgm:prSet/>
      <dgm:spPr/>
      <dgm:t>
        <a:bodyPr/>
        <a:lstStyle/>
        <a:p>
          <a:r>
            <a:rPr lang="en-US"/>
            <a:t>Creatividad:</a:t>
          </a:r>
        </a:p>
      </dgm:t>
    </dgm:pt>
    <dgm:pt modelId="{D2EB4660-A363-4565-BBE2-944FF2663EBD}" type="parTrans" cxnId="{72154485-D00E-4291-8A69-5D99C083A44D}">
      <dgm:prSet/>
      <dgm:spPr/>
      <dgm:t>
        <a:bodyPr/>
        <a:lstStyle/>
        <a:p>
          <a:endParaRPr lang="en-US"/>
        </a:p>
      </dgm:t>
    </dgm:pt>
    <dgm:pt modelId="{0EAFB868-BC80-49C5-A69E-93EA6808EC0F}" type="sibTrans" cxnId="{72154485-D00E-4291-8A69-5D99C083A44D}">
      <dgm:prSet/>
      <dgm:spPr/>
      <dgm:t>
        <a:bodyPr/>
        <a:lstStyle/>
        <a:p>
          <a:endParaRPr lang="en-US"/>
        </a:p>
      </dgm:t>
    </dgm:pt>
    <dgm:pt modelId="{0E9D8A75-C893-446D-B0AA-4A12F5765500}">
      <dgm:prSet/>
      <dgm:spPr/>
      <dgm:t>
        <a:bodyPr/>
        <a:lstStyle/>
        <a:p>
          <a:r>
            <a:rPr lang="en-US"/>
            <a:t>- Tema visual Space/Dark Mode.</a:t>
          </a:r>
        </a:p>
      </dgm:t>
    </dgm:pt>
    <dgm:pt modelId="{4DF89670-D074-47A2-A97E-553335493C87}" type="parTrans" cxnId="{68BBDE08-4069-4508-BF85-FB38ADB0F87E}">
      <dgm:prSet/>
      <dgm:spPr/>
      <dgm:t>
        <a:bodyPr/>
        <a:lstStyle/>
        <a:p>
          <a:endParaRPr lang="en-US"/>
        </a:p>
      </dgm:t>
    </dgm:pt>
    <dgm:pt modelId="{0178197E-19B6-44A6-8590-B8271001F038}" type="sibTrans" cxnId="{68BBDE08-4069-4508-BF85-FB38ADB0F87E}">
      <dgm:prSet/>
      <dgm:spPr/>
      <dgm:t>
        <a:bodyPr/>
        <a:lstStyle/>
        <a:p>
          <a:endParaRPr lang="en-US"/>
        </a:p>
      </dgm:t>
    </dgm:pt>
    <dgm:pt modelId="{74CBBC24-F898-4E60-BF17-2946AE66748B}">
      <dgm:prSet/>
      <dgm:spPr/>
      <dgm:t>
        <a:bodyPr/>
        <a:lstStyle/>
        <a:p>
          <a:r>
            <a:rPr lang="en-US"/>
            <a:t>- Storytelling del ciclo de vida del cohete Falcon 9.</a:t>
          </a:r>
        </a:p>
      </dgm:t>
    </dgm:pt>
    <dgm:pt modelId="{2A9E31BB-2D4A-439D-AAB6-A50744C95E06}" type="parTrans" cxnId="{14FEDE1F-682B-4747-B04A-304C2C5F9C1F}">
      <dgm:prSet/>
      <dgm:spPr/>
      <dgm:t>
        <a:bodyPr/>
        <a:lstStyle/>
        <a:p>
          <a:endParaRPr lang="en-US"/>
        </a:p>
      </dgm:t>
    </dgm:pt>
    <dgm:pt modelId="{242BAEE8-7969-4706-9452-5413B212D935}" type="sibTrans" cxnId="{14FEDE1F-682B-4747-B04A-304C2C5F9C1F}">
      <dgm:prSet/>
      <dgm:spPr/>
      <dgm:t>
        <a:bodyPr/>
        <a:lstStyle/>
        <a:p>
          <a:endParaRPr lang="en-US"/>
        </a:p>
      </dgm:t>
    </dgm:pt>
    <dgm:pt modelId="{2316C4AF-B396-4CBC-B408-E2414844E000}" type="pres">
      <dgm:prSet presAssocID="{AC3EC222-E799-4BE1-9B91-85024BEA6AA7}" presName="vert0" presStyleCnt="0">
        <dgm:presLayoutVars>
          <dgm:dir/>
          <dgm:animOne val="branch"/>
          <dgm:animLvl val="lvl"/>
        </dgm:presLayoutVars>
      </dgm:prSet>
      <dgm:spPr/>
    </dgm:pt>
    <dgm:pt modelId="{5CEACA7F-6ED3-405F-8D39-09EAC0D33951}" type="pres">
      <dgm:prSet presAssocID="{2C92AD77-3408-403A-923E-59D142CE6BAC}" presName="thickLine" presStyleLbl="alignNode1" presStyleIdx="0" presStyleCnt="6"/>
      <dgm:spPr/>
    </dgm:pt>
    <dgm:pt modelId="{CEA5CB71-C9B3-4814-95FE-F499C480C742}" type="pres">
      <dgm:prSet presAssocID="{2C92AD77-3408-403A-923E-59D142CE6BAC}" presName="horz1" presStyleCnt="0"/>
      <dgm:spPr/>
    </dgm:pt>
    <dgm:pt modelId="{B38ECBA3-EB7A-47F9-8B08-F619DA2764AC}" type="pres">
      <dgm:prSet presAssocID="{2C92AD77-3408-403A-923E-59D142CE6BAC}" presName="tx1" presStyleLbl="revTx" presStyleIdx="0" presStyleCnt="6"/>
      <dgm:spPr/>
    </dgm:pt>
    <dgm:pt modelId="{13576CCE-3BC6-443B-B572-06086AE506A0}" type="pres">
      <dgm:prSet presAssocID="{2C92AD77-3408-403A-923E-59D142CE6BAC}" presName="vert1" presStyleCnt="0"/>
      <dgm:spPr/>
    </dgm:pt>
    <dgm:pt modelId="{0E737675-8220-429E-ACFB-D03E17470C45}" type="pres">
      <dgm:prSet presAssocID="{6ACB910F-ABD0-4098-ACAD-EF5CD7D5A9F6}" presName="thickLine" presStyleLbl="alignNode1" presStyleIdx="1" presStyleCnt="6"/>
      <dgm:spPr/>
    </dgm:pt>
    <dgm:pt modelId="{4B809ED0-D710-43C2-B11C-27563A870F15}" type="pres">
      <dgm:prSet presAssocID="{6ACB910F-ABD0-4098-ACAD-EF5CD7D5A9F6}" presName="horz1" presStyleCnt="0"/>
      <dgm:spPr/>
    </dgm:pt>
    <dgm:pt modelId="{0EB9DAEE-7B24-448B-B62A-37B0635ECA3D}" type="pres">
      <dgm:prSet presAssocID="{6ACB910F-ABD0-4098-ACAD-EF5CD7D5A9F6}" presName="tx1" presStyleLbl="revTx" presStyleIdx="1" presStyleCnt="6"/>
      <dgm:spPr/>
    </dgm:pt>
    <dgm:pt modelId="{B7A92188-D4A4-44A3-B490-B76CBCB63F1A}" type="pres">
      <dgm:prSet presAssocID="{6ACB910F-ABD0-4098-ACAD-EF5CD7D5A9F6}" presName="vert1" presStyleCnt="0"/>
      <dgm:spPr/>
    </dgm:pt>
    <dgm:pt modelId="{C11E467E-A89B-4847-869A-39686B4CA583}" type="pres">
      <dgm:prSet presAssocID="{39B4E5F8-68FC-4BA5-8ED2-95C11A7AFCEC}" presName="thickLine" presStyleLbl="alignNode1" presStyleIdx="2" presStyleCnt="6"/>
      <dgm:spPr/>
    </dgm:pt>
    <dgm:pt modelId="{932CCED4-9E10-4798-9E53-1EF81AFFF2FF}" type="pres">
      <dgm:prSet presAssocID="{39B4E5F8-68FC-4BA5-8ED2-95C11A7AFCEC}" presName="horz1" presStyleCnt="0"/>
      <dgm:spPr/>
    </dgm:pt>
    <dgm:pt modelId="{691BD297-811E-462A-9EBE-7CCA347719F6}" type="pres">
      <dgm:prSet presAssocID="{39B4E5F8-68FC-4BA5-8ED2-95C11A7AFCEC}" presName="tx1" presStyleLbl="revTx" presStyleIdx="2" presStyleCnt="6"/>
      <dgm:spPr/>
    </dgm:pt>
    <dgm:pt modelId="{1FF3A20D-62B0-485A-8B20-C19A71B49491}" type="pres">
      <dgm:prSet presAssocID="{39B4E5F8-68FC-4BA5-8ED2-95C11A7AFCEC}" presName="vert1" presStyleCnt="0"/>
      <dgm:spPr/>
    </dgm:pt>
    <dgm:pt modelId="{945AA5D1-E1E5-44EB-85B3-8EA1BFB27D54}" type="pres">
      <dgm:prSet presAssocID="{E130F8FE-1626-4FF3-9574-47CDD9D07247}" presName="thickLine" presStyleLbl="alignNode1" presStyleIdx="3" presStyleCnt="6"/>
      <dgm:spPr/>
    </dgm:pt>
    <dgm:pt modelId="{B8FC1658-2AB0-4A3D-8A7C-7C577EFEF941}" type="pres">
      <dgm:prSet presAssocID="{E130F8FE-1626-4FF3-9574-47CDD9D07247}" presName="horz1" presStyleCnt="0"/>
      <dgm:spPr/>
    </dgm:pt>
    <dgm:pt modelId="{4C70C3CF-B769-43A7-80CB-A1D7EC42C4C1}" type="pres">
      <dgm:prSet presAssocID="{E130F8FE-1626-4FF3-9574-47CDD9D07247}" presName="tx1" presStyleLbl="revTx" presStyleIdx="3" presStyleCnt="6"/>
      <dgm:spPr/>
    </dgm:pt>
    <dgm:pt modelId="{22FB5FE0-0167-42F1-BD32-DBD2557F698B}" type="pres">
      <dgm:prSet presAssocID="{E130F8FE-1626-4FF3-9574-47CDD9D07247}" presName="vert1" presStyleCnt="0"/>
      <dgm:spPr/>
    </dgm:pt>
    <dgm:pt modelId="{623E1427-62BC-432E-B988-18BF886802D2}" type="pres">
      <dgm:prSet presAssocID="{0E9D8A75-C893-446D-B0AA-4A12F5765500}" presName="thickLine" presStyleLbl="alignNode1" presStyleIdx="4" presStyleCnt="6"/>
      <dgm:spPr/>
    </dgm:pt>
    <dgm:pt modelId="{DEA426C0-EFD6-424A-AFE3-72AB482EA81A}" type="pres">
      <dgm:prSet presAssocID="{0E9D8A75-C893-446D-B0AA-4A12F5765500}" presName="horz1" presStyleCnt="0"/>
      <dgm:spPr/>
    </dgm:pt>
    <dgm:pt modelId="{A9ECB6B8-0D76-4AF3-8F43-E07BA1F93B0B}" type="pres">
      <dgm:prSet presAssocID="{0E9D8A75-C893-446D-B0AA-4A12F5765500}" presName="tx1" presStyleLbl="revTx" presStyleIdx="4" presStyleCnt="6"/>
      <dgm:spPr/>
    </dgm:pt>
    <dgm:pt modelId="{152277A3-E6C9-4DB6-8C6D-6E902E40DFEF}" type="pres">
      <dgm:prSet presAssocID="{0E9D8A75-C893-446D-B0AA-4A12F5765500}" presName="vert1" presStyleCnt="0"/>
      <dgm:spPr/>
    </dgm:pt>
    <dgm:pt modelId="{87B0D339-DA9C-4AAE-83B7-43BC1F14E053}" type="pres">
      <dgm:prSet presAssocID="{74CBBC24-F898-4E60-BF17-2946AE66748B}" presName="thickLine" presStyleLbl="alignNode1" presStyleIdx="5" presStyleCnt="6"/>
      <dgm:spPr/>
    </dgm:pt>
    <dgm:pt modelId="{95631147-0E55-433D-B89D-EC45F311C8A0}" type="pres">
      <dgm:prSet presAssocID="{74CBBC24-F898-4E60-BF17-2946AE66748B}" presName="horz1" presStyleCnt="0"/>
      <dgm:spPr/>
    </dgm:pt>
    <dgm:pt modelId="{3EE54C53-8D16-48A4-A854-6DE0BB8D1564}" type="pres">
      <dgm:prSet presAssocID="{74CBBC24-F898-4E60-BF17-2946AE66748B}" presName="tx1" presStyleLbl="revTx" presStyleIdx="5" presStyleCnt="6"/>
      <dgm:spPr/>
    </dgm:pt>
    <dgm:pt modelId="{A58205C4-9044-423F-82F7-862B5475A997}" type="pres">
      <dgm:prSet presAssocID="{74CBBC24-F898-4E60-BF17-2946AE66748B}" presName="vert1" presStyleCnt="0"/>
      <dgm:spPr/>
    </dgm:pt>
  </dgm:ptLst>
  <dgm:cxnLst>
    <dgm:cxn modelId="{68BBDE08-4069-4508-BF85-FB38ADB0F87E}" srcId="{AC3EC222-E799-4BE1-9B91-85024BEA6AA7}" destId="{0E9D8A75-C893-446D-B0AA-4A12F5765500}" srcOrd="4" destOrd="0" parTransId="{4DF89670-D074-47A2-A97E-553335493C87}" sibTransId="{0178197E-19B6-44A6-8590-B8271001F038}"/>
    <dgm:cxn modelId="{DAEC0B10-5660-4A21-B926-DB1A5DB97B11}" srcId="{AC3EC222-E799-4BE1-9B91-85024BEA6AA7}" destId="{2C92AD77-3408-403A-923E-59D142CE6BAC}" srcOrd="0" destOrd="0" parTransId="{AAE7B492-FA19-4C8C-AB5F-78A5A5FEBEA1}" sibTransId="{3B2EFBE1-7C10-466F-A887-981ED5E07E43}"/>
    <dgm:cxn modelId="{14FEDE1F-682B-4747-B04A-304C2C5F9C1F}" srcId="{AC3EC222-E799-4BE1-9B91-85024BEA6AA7}" destId="{74CBBC24-F898-4E60-BF17-2946AE66748B}" srcOrd="5" destOrd="0" parTransId="{2A9E31BB-2D4A-439D-AAB6-A50744C95E06}" sibTransId="{242BAEE8-7969-4706-9452-5413B212D935}"/>
    <dgm:cxn modelId="{CFAE443F-68A0-4692-843A-6EE0CBF4BD5B}" type="presOf" srcId="{0E9D8A75-C893-446D-B0AA-4A12F5765500}" destId="{A9ECB6B8-0D76-4AF3-8F43-E07BA1F93B0B}" srcOrd="0" destOrd="0" presId="urn:microsoft.com/office/officeart/2008/layout/LinedList"/>
    <dgm:cxn modelId="{ABD3AA4D-D0E2-4ADB-AFE5-76804E184998}" type="presOf" srcId="{AC3EC222-E799-4BE1-9B91-85024BEA6AA7}" destId="{2316C4AF-B396-4CBC-B408-E2414844E000}" srcOrd="0" destOrd="0" presId="urn:microsoft.com/office/officeart/2008/layout/LinedList"/>
    <dgm:cxn modelId="{BD9F8D51-35D4-4203-9E32-782BA2E29BEB}" srcId="{AC3EC222-E799-4BE1-9B91-85024BEA6AA7}" destId="{6ACB910F-ABD0-4098-ACAD-EF5CD7D5A9F6}" srcOrd="1" destOrd="0" parTransId="{E7B19958-D7F2-448C-978B-6A2181066159}" sibTransId="{A219D252-D4CE-4963-9DD5-BD65F25D3681}"/>
    <dgm:cxn modelId="{72154485-D00E-4291-8A69-5D99C083A44D}" srcId="{AC3EC222-E799-4BE1-9B91-85024BEA6AA7}" destId="{E130F8FE-1626-4FF3-9574-47CDD9D07247}" srcOrd="3" destOrd="0" parTransId="{D2EB4660-A363-4565-BBE2-944FF2663EBD}" sibTransId="{0EAFB868-BC80-49C5-A69E-93EA6808EC0F}"/>
    <dgm:cxn modelId="{43DA778C-2A51-4405-A14E-EC74840FF4B5}" type="presOf" srcId="{74CBBC24-F898-4E60-BF17-2946AE66748B}" destId="{3EE54C53-8D16-48A4-A854-6DE0BB8D1564}" srcOrd="0" destOrd="0" presId="urn:microsoft.com/office/officeart/2008/layout/LinedList"/>
    <dgm:cxn modelId="{519B3896-A606-49D0-A351-0CF2EF59B793}" type="presOf" srcId="{39B4E5F8-68FC-4BA5-8ED2-95C11A7AFCEC}" destId="{691BD297-811E-462A-9EBE-7CCA347719F6}" srcOrd="0" destOrd="0" presId="urn:microsoft.com/office/officeart/2008/layout/LinedList"/>
    <dgm:cxn modelId="{09FDCB96-F578-4A2B-90C3-B1045BA97F65}" type="presOf" srcId="{E130F8FE-1626-4FF3-9574-47CDD9D07247}" destId="{4C70C3CF-B769-43A7-80CB-A1D7EC42C4C1}" srcOrd="0" destOrd="0" presId="urn:microsoft.com/office/officeart/2008/layout/LinedList"/>
    <dgm:cxn modelId="{99F4F1DA-FE04-42A2-B90F-A2AD9AAB5C72}" type="presOf" srcId="{6ACB910F-ABD0-4098-ACAD-EF5CD7D5A9F6}" destId="{0EB9DAEE-7B24-448B-B62A-37B0635ECA3D}" srcOrd="0" destOrd="0" presId="urn:microsoft.com/office/officeart/2008/layout/LinedList"/>
    <dgm:cxn modelId="{DCEAE1DC-87A8-413C-9189-6AE042436CAB}" type="presOf" srcId="{2C92AD77-3408-403A-923E-59D142CE6BAC}" destId="{B38ECBA3-EB7A-47F9-8B08-F619DA2764AC}" srcOrd="0" destOrd="0" presId="urn:microsoft.com/office/officeart/2008/layout/LinedList"/>
    <dgm:cxn modelId="{320017E0-5E05-43F5-8C96-831E04B483E8}" srcId="{AC3EC222-E799-4BE1-9B91-85024BEA6AA7}" destId="{39B4E5F8-68FC-4BA5-8ED2-95C11A7AFCEC}" srcOrd="2" destOrd="0" parTransId="{76D0F537-DB37-46EF-8701-7260FC4087C0}" sibTransId="{36ABF271-1061-4DAD-A569-DE3D6045A6B1}"/>
    <dgm:cxn modelId="{AA8F453B-651D-4300-AE7D-042311538374}" type="presParOf" srcId="{2316C4AF-B396-4CBC-B408-E2414844E000}" destId="{5CEACA7F-6ED3-405F-8D39-09EAC0D33951}" srcOrd="0" destOrd="0" presId="urn:microsoft.com/office/officeart/2008/layout/LinedList"/>
    <dgm:cxn modelId="{D8A92E34-D61D-4007-8046-B3DDF2ADC12D}" type="presParOf" srcId="{2316C4AF-B396-4CBC-B408-E2414844E000}" destId="{CEA5CB71-C9B3-4814-95FE-F499C480C742}" srcOrd="1" destOrd="0" presId="urn:microsoft.com/office/officeart/2008/layout/LinedList"/>
    <dgm:cxn modelId="{509B5E9C-5D36-4C4B-A42B-44B731A80311}" type="presParOf" srcId="{CEA5CB71-C9B3-4814-95FE-F499C480C742}" destId="{B38ECBA3-EB7A-47F9-8B08-F619DA2764AC}" srcOrd="0" destOrd="0" presId="urn:microsoft.com/office/officeart/2008/layout/LinedList"/>
    <dgm:cxn modelId="{C9290BAD-9B87-458A-A4FB-AACF16E7A767}" type="presParOf" srcId="{CEA5CB71-C9B3-4814-95FE-F499C480C742}" destId="{13576CCE-3BC6-443B-B572-06086AE506A0}" srcOrd="1" destOrd="0" presId="urn:microsoft.com/office/officeart/2008/layout/LinedList"/>
    <dgm:cxn modelId="{B87D10D5-E0B9-4547-A8D3-26997CA6D840}" type="presParOf" srcId="{2316C4AF-B396-4CBC-B408-E2414844E000}" destId="{0E737675-8220-429E-ACFB-D03E17470C45}" srcOrd="2" destOrd="0" presId="urn:microsoft.com/office/officeart/2008/layout/LinedList"/>
    <dgm:cxn modelId="{D8977B79-D817-4596-B70F-F990B27A698B}" type="presParOf" srcId="{2316C4AF-B396-4CBC-B408-E2414844E000}" destId="{4B809ED0-D710-43C2-B11C-27563A870F15}" srcOrd="3" destOrd="0" presId="urn:microsoft.com/office/officeart/2008/layout/LinedList"/>
    <dgm:cxn modelId="{E8FCDFD7-C830-4184-B6F5-B4F779BFB703}" type="presParOf" srcId="{4B809ED0-D710-43C2-B11C-27563A870F15}" destId="{0EB9DAEE-7B24-448B-B62A-37B0635ECA3D}" srcOrd="0" destOrd="0" presId="urn:microsoft.com/office/officeart/2008/layout/LinedList"/>
    <dgm:cxn modelId="{F0A88FD8-9B57-45EE-AA64-65320581FD07}" type="presParOf" srcId="{4B809ED0-D710-43C2-B11C-27563A870F15}" destId="{B7A92188-D4A4-44A3-B490-B76CBCB63F1A}" srcOrd="1" destOrd="0" presId="urn:microsoft.com/office/officeart/2008/layout/LinedList"/>
    <dgm:cxn modelId="{6D62F5BD-07B2-47AA-AA27-42C05FEDCF73}" type="presParOf" srcId="{2316C4AF-B396-4CBC-B408-E2414844E000}" destId="{C11E467E-A89B-4847-869A-39686B4CA583}" srcOrd="4" destOrd="0" presId="urn:microsoft.com/office/officeart/2008/layout/LinedList"/>
    <dgm:cxn modelId="{14306F65-76D0-4D7C-BAAE-64BD4B639B94}" type="presParOf" srcId="{2316C4AF-B396-4CBC-B408-E2414844E000}" destId="{932CCED4-9E10-4798-9E53-1EF81AFFF2FF}" srcOrd="5" destOrd="0" presId="urn:microsoft.com/office/officeart/2008/layout/LinedList"/>
    <dgm:cxn modelId="{5C98CD1D-92D3-460C-8C12-80F3F6CE0A24}" type="presParOf" srcId="{932CCED4-9E10-4798-9E53-1EF81AFFF2FF}" destId="{691BD297-811E-462A-9EBE-7CCA347719F6}" srcOrd="0" destOrd="0" presId="urn:microsoft.com/office/officeart/2008/layout/LinedList"/>
    <dgm:cxn modelId="{87B3B2CD-6BC4-4A2D-A704-C0DA6C1B31A8}" type="presParOf" srcId="{932CCED4-9E10-4798-9E53-1EF81AFFF2FF}" destId="{1FF3A20D-62B0-485A-8B20-C19A71B49491}" srcOrd="1" destOrd="0" presId="urn:microsoft.com/office/officeart/2008/layout/LinedList"/>
    <dgm:cxn modelId="{40EDCBE6-FDB9-4AF0-A112-7BF1796755A6}" type="presParOf" srcId="{2316C4AF-B396-4CBC-B408-E2414844E000}" destId="{945AA5D1-E1E5-44EB-85B3-8EA1BFB27D54}" srcOrd="6" destOrd="0" presId="urn:microsoft.com/office/officeart/2008/layout/LinedList"/>
    <dgm:cxn modelId="{D98779BF-877A-42ED-867B-A2C3F503C27E}" type="presParOf" srcId="{2316C4AF-B396-4CBC-B408-E2414844E000}" destId="{B8FC1658-2AB0-4A3D-8A7C-7C577EFEF941}" srcOrd="7" destOrd="0" presId="urn:microsoft.com/office/officeart/2008/layout/LinedList"/>
    <dgm:cxn modelId="{4087C233-7D1A-4F1A-901A-C31D11493792}" type="presParOf" srcId="{B8FC1658-2AB0-4A3D-8A7C-7C577EFEF941}" destId="{4C70C3CF-B769-43A7-80CB-A1D7EC42C4C1}" srcOrd="0" destOrd="0" presId="urn:microsoft.com/office/officeart/2008/layout/LinedList"/>
    <dgm:cxn modelId="{412FB807-07C3-49A2-8C36-B60D1D0704F8}" type="presParOf" srcId="{B8FC1658-2AB0-4A3D-8A7C-7C577EFEF941}" destId="{22FB5FE0-0167-42F1-BD32-DBD2557F698B}" srcOrd="1" destOrd="0" presId="urn:microsoft.com/office/officeart/2008/layout/LinedList"/>
    <dgm:cxn modelId="{DDE73F49-9022-4F63-9103-DE22E65452F4}" type="presParOf" srcId="{2316C4AF-B396-4CBC-B408-E2414844E000}" destId="{623E1427-62BC-432E-B988-18BF886802D2}" srcOrd="8" destOrd="0" presId="urn:microsoft.com/office/officeart/2008/layout/LinedList"/>
    <dgm:cxn modelId="{07213C16-3521-4FB5-9A23-A686768C23C4}" type="presParOf" srcId="{2316C4AF-B396-4CBC-B408-E2414844E000}" destId="{DEA426C0-EFD6-424A-AFE3-72AB482EA81A}" srcOrd="9" destOrd="0" presId="urn:microsoft.com/office/officeart/2008/layout/LinedList"/>
    <dgm:cxn modelId="{98AEA401-AEEF-4CC3-8E93-2ECC723B8CA5}" type="presParOf" srcId="{DEA426C0-EFD6-424A-AFE3-72AB482EA81A}" destId="{A9ECB6B8-0D76-4AF3-8F43-E07BA1F93B0B}" srcOrd="0" destOrd="0" presId="urn:microsoft.com/office/officeart/2008/layout/LinedList"/>
    <dgm:cxn modelId="{3B55CE94-D256-4C3B-96B9-778F4AC418DD}" type="presParOf" srcId="{DEA426C0-EFD6-424A-AFE3-72AB482EA81A}" destId="{152277A3-E6C9-4DB6-8C6D-6E902E40DFEF}" srcOrd="1" destOrd="0" presId="urn:microsoft.com/office/officeart/2008/layout/LinedList"/>
    <dgm:cxn modelId="{44EC2B39-B678-465B-AE0E-29F8CA746B6D}" type="presParOf" srcId="{2316C4AF-B396-4CBC-B408-E2414844E000}" destId="{87B0D339-DA9C-4AAE-83B7-43BC1F14E053}" srcOrd="10" destOrd="0" presId="urn:microsoft.com/office/officeart/2008/layout/LinedList"/>
    <dgm:cxn modelId="{F4A2D235-261B-4996-B5AC-E5E78FA00494}" type="presParOf" srcId="{2316C4AF-B396-4CBC-B408-E2414844E000}" destId="{95631147-0E55-433D-B89D-EC45F311C8A0}" srcOrd="11" destOrd="0" presId="urn:microsoft.com/office/officeart/2008/layout/LinedList"/>
    <dgm:cxn modelId="{7B692CD6-5D1B-42B4-9E2A-102F79C64658}" type="presParOf" srcId="{95631147-0E55-433D-B89D-EC45F311C8A0}" destId="{3EE54C53-8D16-48A4-A854-6DE0BB8D1564}" srcOrd="0" destOrd="0" presId="urn:microsoft.com/office/officeart/2008/layout/LinedList"/>
    <dgm:cxn modelId="{48540CA5-1024-4120-84E7-8545CB750B76}" type="presParOf" srcId="{95631147-0E55-433D-B89D-EC45F311C8A0}" destId="{A58205C4-9044-423F-82F7-862B5475A997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B23C0CB-41A7-40BD-B18A-65E95DAF7B12}">
      <dsp:nvSpPr>
        <dsp:cNvPr id="0" name=""/>
        <dsp:cNvSpPr/>
      </dsp:nvSpPr>
      <dsp:spPr>
        <a:xfrm>
          <a:off x="750914" y="1203373"/>
          <a:ext cx="1081248" cy="108124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E2D946-2158-4CE1-9B39-A68AA2448A14}">
      <dsp:nvSpPr>
        <dsp:cNvPr id="0" name=""/>
        <dsp:cNvSpPr/>
      </dsp:nvSpPr>
      <dsp:spPr>
        <a:xfrm>
          <a:off x="90151" y="2602589"/>
          <a:ext cx="240277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Contexto: SpaceX ofrece lanzamientos por ~62M USD mientras que otros proveedores superan los 165M USD.</a:t>
          </a:r>
        </a:p>
      </dsp:txBody>
      <dsp:txXfrm>
        <a:off x="90151" y="2602589"/>
        <a:ext cx="2402775" cy="720000"/>
      </dsp:txXfrm>
    </dsp:sp>
    <dsp:sp modelId="{B7DC9108-4961-4615-8024-C5C043F6851B}">
      <dsp:nvSpPr>
        <dsp:cNvPr id="0" name=""/>
        <dsp:cNvSpPr/>
      </dsp:nvSpPr>
      <dsp:spPr>
        <a:xfrm>
          <a:off x="3574175" y="1203373"/>
          <a:ext cx="1081248" cy="108124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9C6B67-F789-4F1F-8C99-794BE7030830}">
      <dsp:nvSpPr>
        <dsp:cNvPr id="0" name=""/>
        <dsp:cNvSpPr/>
      </dsp:nvSpPr>
      <dsp:spPr>
        <a:xfrm>
          <a:off x="2913412" y="2602589"/>
          <a:ext cx="240277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Problema: La reducción de costos depende de la recuperación exitosa de la primera etapa.</a:t>
          </a:r>
        </a:p>
      </dsp:txBody>
      <dsp:txXfrm>
        <a:off x="2913412" y="2602589"/>
        <a:ext cx="2402775" cy="720000"/>
      </dsp:txXfrm>
    </dsp:sp>
    <dsp:sp modelId="{1E1A3EAD-A99F-47DB-B27F-4C10D882AA8C}">
      <dsp:nvSpPr>
        <dsp:cNvPr id="0" name=""/>
        <dsp:cNvSpPr/>
      </dsp:nvSpPr>
      <dsp:spPr>
        <a:xfrm>
          <a:off x="6397436" y="1203373"/>
          <a:ext cx="1081248" cy="108124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3BE866-A182-4D8B-AD0F-E4DE4D71D18A}">
      <dsp:nvSpPr>
        <dsp:cNvPr id="0" name=""/>
        <dsp:cNvSpPr/>
      </dsp:nvSpPr>
      <dsp:spPr>
        <a:xfrm>
          <a:off x="5736673" y="2602589"/>
          <a:ext cx="240277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Pregunta: ¿Podemos predecir el éxito del aterrizaje usando datos públicos de la API y Wikipedia?</a:t>
          </a:r>
        </a:p>
      </dsp:txBody>
      <dsp:txXfrm>
        <a:off x="5736673" y="2602589"/>
        <a:ext cx="2402775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087F6C1-19D2-428D-A819-15FC65DE4C6A}">
      <dsp:nvSpPr>
        <dsp:cNvPr id="0" name=""/>
        <dsp:cNvSpPr/>
      </dsp:nvSpPr>
      <dsp:spPr>
        <a:xfrm>
          <a:off x="2590163" y="706389"/>
          <a:ext cx="772499" cy="7724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Fuentes:</a:t>
          </a:r>
        </a:p>
      </dsp:txBody>
      <dsp:txXfrm>
        <a:off x="2590163" y="706389"/>
        <a:ext cx="772499" cy="772499"/>
      </dsp:txXfrm>
    </dsp:sp>
    <dsp:sp modelId="{085FFFCD-7D3A-4720-93A6-76F09BAC84EA}">
      <dsp:nvSpPr>
        <dsp:cNvPr id="0" name=""/>
        <dsp:cNvSpPr/>
      </dsp:nvSpPr>
      <dsp:spPr>
        <a:xfrm>
          <a:off x="178529" y="747483"/>
          <a:ext cx="4001286" cy="4001286"/>
        </a:xfrm>
        <a:prstGeom prst="circularArrow">
          <a:avLst>
            <a:gd name="adj1" fmla="val 3765"/>
            <a:gd name="adj2" fmla="val 234906"/>
            <a:gd name="adj3" fmla="val 19826636"/>
            <a:gd name="adj4" fmla="val 18605863"/>
            <a:gd name="adj5" fmla="val 4392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F5F97E-068C-4F4F-AB14-3EBD8E236A02}">
      <dsp:nvSpPr>
        <dsp:cNvPr id="0" name=""/>
        <dsp:cNvSpPr/>
      </dsp:nvSpPr>
      <dsp:spPr>
        <a:xfrm>
          <a:off x="3584306" y="1953005"/>
          <a:ext cx="772499" cy="7724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- API de SpaceX</a:t>
          </a:r>
        </a:p>
      </dsp:txBody>
      <dsp:txXfrm>
        <a:off x="3584306" y="1953005"/>
        <a:ext cx="772499" cy="772499"/>
      </dsp:txXfrm>
    </dsp:sp>
    <dsp:sp modelId="{D344C030-89B7-4857-B703-149857FB133B}">
      <dsp:nvSpPr>
        <dsp:cNvPr id="0" name=""/>
        <dsp:cNvSpPr/>
      </dsp:nvSpPr>
      <dsp:spPr>
        <a:xfrm>
          <a:off x="178529" y="747483"/>
          <a:ext cx="4001286" cy="4001286"/>
        </a:xfrm>
        <a:prstGeom prst="circularArrow">
          <a:avLst>
            <a:gd name="adj1" fmla="val 3765"/>
            <a:gd name="adj2" fmla="val 234906"/>
            <a:gd name="adj3" fmla="val 1229758"/>
            <a:gd name="adj4" fmla="val 21557675"/>
            <a:gd name="adj5" fmla="val 4392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DD3AC6-6C05-4619-859B-C66B973E0901}">
      <dsp:nvSpPr>
        <dsp:cNvPr id="0" name=""/>
        <dsp:cNvSpPr/>
      </dsp:nvSpPr>
      <dsp:spPr>
        <a:xfrm>
          <a:off x="3229501" y="3507510"/>
          <a:ext cx="772499" cy="7724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- Web Scraping de Wikipedia</a:t>
          </a:r>
        </a:p>
      </dsp:txBody>
      <dsp:txXfrm>
        <a:off x="3229501" y="3507510"/>
        <a:ext cx="772499" cy="772499"/>
      </dsp:txXfrm>
    </dsp:sp>
    <dsp:sp modelId="{55B8D97B-AAD1-4C90-A9F7-82BA23E2031E}">
      <dsp:nvSpPr>
        <dsp:cNvPr id="0" name=""/>
        <dsp:cNvSpPr/>
      </dsp:nvSpPr>
      <dsp:spPr>
        <a:xfrm>
          <a:off x="178529" y="747483"/>
          <a:ext cx="4001286" cy="4001286"/>
        </a:xfrm>
        <a:prstGeom prst="circularArrow">
          <a:avLst>
            <a:gd name="adj1" fmla="val 3765"/>
            <a:gd name="adj2" fmla="val 234906"/>
            <a:gd name="adj3" fmla="val 4437016"/>
            <a:gd name="adj4" fmla="val 3308195"/>
            <a:gd name="adj5" fmla="val 4392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7BBFA1-9C46-4578-9E2D-D6908B244D31}">
      <dsp:nvSpPr>
        <dsp:cNvPr id="0" name=""/>
        <dsp:cNvSpPr/>
      </dsp:nvSpPr>
      <dsp:spPr>
        <a:xfrm>
          <a:off x="1792923" y="4199329"/>
          <a:ext cx="772499" cy="7724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Proceso:</a:t>
          </a:r>
        </a:p>
      </dsp:txBody>
      <dsp:txXfrm>
        <a:off x="1792923" y="4199329"/>
        <a:ext cx="772499" cy="772499"/>
      </dsp:txXfrm>
    </dsp:sp>
    <dsp:sp modelId="{6D033FF1-E490-4A43-A166-68EE3C369B51}">
      <dsp:nvSpPr>
        <dsp:cNvPr id="0" name=""/>
        <dsp:cNvSpPr/>
      </dsp:nvSpPr>
      <dsp:spPr>
        <a:xfrm>
          <a:off x="178529" y="747483"/>
          <a:ext cx="4001286" cy="4001286"/>
        </a:xfrm>
        <a:prstGeom prst="circularArrow">
          <a:avLst>
            <a:gd name="adj1" fmla="val 3765"/>
            <a:gd name="adj2" fmla="val 234906"/>
            <a:gd name="adj3" fmla="val 7256899"/>
            <a:gd name="adj4" fmla="val 6128078"/>
            <a:gd name="adj5" fmla="val 4392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171FAB-EB42-44A8-B1FD-DAF857218F40}">
      <dsp:nvSpPr>
        <dsp:cNvPr id="0" name=""/>
        <dsp:cNvSpPr/>
      </dsp:nvSpPr>
      <dsp:spPr>
        <a:xfrm>
          <a:off x="356344" y="3507510"/>
          <a:ext cx="772499" cy="7724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- Extracción de características: PayloadMass, órbita, sitio de lanzamiento, core result.</a:t>
          </a:r>
        </a:p>
      </dsp:txBody>
      <dsp:txXfrm>
        <a:off x="356344" y="3507510"/>
        <a:ext cx="772499" cy="772499"/>
      </dsp:txXfrm>
    </dsp:sp>
    <dsp:sp modelId="{BFE1BA05-C019-463B-95A0-E18E217B76E6}">
      <dsp:nvSpPr>
        <dsp:cNvPr id="0" name=""/>
        <dsp:cNvSpPr/>
      </dsp:nvSpPr>
      <dsp:spPr>
        <a:xfrm>
          <a:off x="178529" y="747483"/>
          <a:ext cx="4001286" cy="4001286"/>
        </a:xfrm>
        <a:prstGeom prst="circularArrow">
          <a:avLst>
            <a:gd name="adj1" fmla="val 3765"/>
            <a:gd name="adj2" fmla="val 234906"/>
            <a:gd name="adj3" fmla="val 10607419"/>
            <a:gd name="adj4" fmla="val 9335336"/>
            <a:gd name="adj5" fmla="val 4392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61904C-CDE8-4FEA-83EA-4FC1CE016128}">
      <dsp:nvSpPr>
        <dsp:cNvPr id="0" name=""/>
        <dsp:cNvSpPr/>
      </dsp:nvSpPr>
      <dsp:spPr>
        <a:xfrm>
          <a:off x="1539" y="1953005"/>
          <a:ext cx="772499" cy="7724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- Manejo de valores nulos: imputación con promedio en PayloadMass.</a:t>
          </a:r>
        </a:p>
      </dsp:txBody>
      <dsp:txXfrm>
        <a:off x="1539" y="1953005"/>
        <a:ext cx="772499" cy="772499"/>
      </dsp:txXfrm>
    </dsp:sp>
    <dsp:sp modelId="{BAB0B6F5-72E0-4AF3-BC2B-D138F46601A4}">
      <dsp:nvSpPr>
        <dsp:cNvPr id="0" name=""/>
        <dsp:cNvSpPr/>
      </dsp:nvSpPr>
      <dsp:spPr>
        <a:xfrm>
          <a:off x="178529" y="747483"/>
          <a:ext cx="4001286" cy="4001286"/>
        </a:xfrm>
        <a:prstGeom prst="circularArrow">
          <a:avLst>
            <a:gd name="adj1" fmla="val 3765"/>
            <a:gd name="adj2" fmla="val 234906"/>
            <a:gd name="adj3" fmla="val 13559231"/>
            <a:gd name="adj4" fmla="val 12338458"/>
            <a:gd name="adj5" fmla="val 4392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D7BF22-6B26-40F6-B1D2-F60593D03A3E}">
      <dsp:nvSpPr>
        <dsp:cNvPr id="0" name=""/>
        <dsp:cNvSpPr/>
      </dsp:nvSpPr>
      <dsp:spPr>
        <a:xfrm>
          <a:off x="995682" y="706389"/>
          <a:ext cx="772499" cy="7724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- Creación de variable objetivo Class (1 éxito / 0 fallo).</a:t>
          </a:r>
        </a:p>
      </dsp:txBody>
      <dsp:txXfrm>
        <a:off x="995682" y="706389"/>
        <a:ext cx="772499" cy="772499"/>
      </dsp:txXfrm>
    </dsp:sp>
    <dsp:sp modelId="{578C4DC1-5FDD-4001-952B-9C413D013908}">
      <dsp:nvSpPr>
        <dsp:cNvPr id="0" name=""/>
        <dsp:cNvSpPr/>
      </dsp:nvSpPr>
      <dsp:spPr>
        <a:xfrm>
          <a:off x="178529" y="747483"/>
          <a:ext cx="4001286" cy="4001286"/>
        </a:xfrm>
        <a:prstGeom prst="circularArrow">
          <a:avLst>
            <a:gd name="adj1" fmla="val 3765"/>
            <a:gd name="adj2" fmla="val 234906"/>
            <a:gd name="adj3" fmla="val 16740590"/>
            <a:gd name="adj4" fmla="val 15424504"/>
            <a:gd name="adj5" fmla="val 4392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A70E2E8-F0C3-46BE-A29C-25EF389DFCEC}">
      <dsp:nvSpPr>
        <dsp:cNvPr id="0" name=""/>
        <dsp:cNvSpPr/>
      </dsp:nvSpPr>
      <dsp:spPr>
        <a:xfrm>
          <a:off x="0" y="525"/>
          <a:ext cx="5036058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93A7BF18-E34A-4997-B154-8E6B14B9048B}">
      <dsp:nvSpPr>
        <dsp:cNvPr id="0" name=""/>
        <dsp:cNvSpPr/>
      </dsp:nvSpPr>
      <dsp:spPr>
        <a:xfrm>
          <a:off x="0" y="525"/>
          <a:ext cx="5036058" cy="8604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Pipeline de Machine Learning:</a:t>
          </a:r>
        </a:p>
      </dsp:txBody>
      <dsp:txXfrm>
        <a:off x="0" y="525"/>
        <a:ext cx="5036058" cy="860482"/>
      </dsp:txXfrm>
    </dsp:sp>
    <dsp:sp modelId="{4C51B44A-2D32-4A40-8FCA-FD424EFF3EB1}">
      <dsp:nvSpPr>
        <dsp:cNvPr id="0" name=""/>
        <dsp:cNvSpPr/>
      </dsp:nvSpPr>
      <dsp:spPr>
        <a:xfrm>
          <a:off x="0" y="861008"/>
          <a:ext cx="5036058" cy="0"/>
        </a:xfrm>
        <a:prstGeom prst="line">
          <a:avLst/>
        </a:prstGeom>
        <a:solidFill>
          <a:schemeClr val="accent2">
            <a:hueOff val="1170380"/>
            <a:satOff val="-1460"/>
            <a:lumOff val="343"/>
            <a:alphaOff val="0"/>
          </a:schemeClr>
        </a:solidFill>
        <a:ln w="25400" cap="flat" cmpd="sng" algn="ctr">
          <a:solidFill>
            <a:schemeClr val="accent2">
              <a:hueOff val="1170380"/>
              <a:satOff val="-1460"/>
              <a:lumOff val="343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7DEF119B-845C-474A-BB39-8E708FCB9D62}">
      <dsp:nvSpPr>
        <dsp:cNvPr id="0" name=""/>
        <dsp:cNvSpPr/>
      </dsp:nvSpPr>
      <dsp:spPr>
        <a:xfrm>
          <a:off x="0" y="861008"/>
          <a:ext cx="5036058" cy="8604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- Estandarización con StandardScaler.</a:t>
          </a:r>
        </a:p>
      </dsp:txBody>
      <dsp:txXfrm>
        <a:off x="0" y="861008"/>
        <a:ext cx="5036058" cy="860482"/>
      </dsp:txXfrm>
    </dsp:sp>
    <dsp:sp modelId="{D33C1571-3AF6-4480-82C9-CA008AEF60BD}">
      <dsp:nvSpPr>
        <dsp:cNvPr id="0" name=""/>
        <dsp:cNvSpPr/>
      </dsp:nvSpPr>
      <dsp:spPr>
        <a:xfrm>
          <a:off x="0" y="1721491"/>
          <a:ext cx="5036058" cy="0"/>
        </a:xfrm>
        <a:prstGeom prst="line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accent2">
              <a:hueOff val="2340759"/>
              <a:satOff val="-2919"/>
              <a:lumOff val="686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FB05342B-8236-4223-9FF1-94B3E3D4C31B}">
      <dsp:nvSpPr>
        <dsp:cNvPr id="0" name=""/>
        <dsp:cNvSpPr/>
      </dsp:nvSpPr>
      <dsp:spPr>
        <a:xfrm>
          <a:off x="0" y="1721491"/>
          <a:ext cx="5036058" cy="8604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- División de datos (Train/Test 80/20).</a:t>
          </a:r>
        </a:p>
      </dsp:txBody>
      <dsp:txXfrm>
        <a:off x="0" y="1721491"/>
        <a:ext cx="5036058" cy="860482"/>
      </dsp:txXfrm>
    </dsp:sp>
    <dsp:sp modelId="{60C9ACF5-4467-40B2-B314-386A734EAB61}">
      <dsp:nvSpPr>
        <dsp:cNvPr id="0" name=""/>
        <dsp:cNvSpPr/>
      </dsp:nvSpPr>
      <dsp:spPr>
        <a:xfrm>
          <a:off x="0" y="2581973"/>
          <a:ext cx="5036058" cy="0"/>
        </a:xfrm>
        <a:prstGeom prst="line">
          <a:avLst/>
        </a:prstGeom>
        <a:solidFill>
          <a:schemeClr val="accent2">
            <a:hueOff val="3511139"/>
            <a:satOff val="-4379"/>
            <a:lumOff val="1030"/>
            <a:alphaOff val="0"/>
          </a:schemeClr>
        </a:solidFill>
        <a:ln w="25400" cap="flat" cmpd="sng" algn="ctr">
          <a:solidFill>
            <a:schemeClr val="accent2">
              <a:hueOff val="3511139"/>
              <a:satOff val="-4379"/>
              <a:lumOff val="103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4B683719-7629-4FE1-856D-DBC798FC15F4}">
      <dsp:nvSpPr>
        <dsp:cNvPr id="0" name=""/>
        <dsp:cNvSpPr/>
      </dsp:nvSpPr>
      <dsp:spPr>
        <a:xfrm>
          <a:off x="0" y="2581973"/>
          <a:ext cx="5036058" cy="8604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- Modelos: Logistic Regression, SVM, KNN, Decision Tree.</a:t>
          </a:r>
        </a:p>
      </dsp:txBody>
      <dsp:txXfrm>
        <a:off x="0" y="2581973"/>
        <a:ext cx="5036058" cy="860482"/>
      </dsp:txXfrm>
    </dsp:sp>
    <dsp:sp modelId="{066F0C63-9365-476B-AD38-15B1AEA51000}">
      <dsp:nvSpPr>
        <dsp:cNvPr id="0" name=""/>
        <dsp:cNvSpPr/>
      </dsp:nvSpPr>
      <dsp:spPr>
        <a:xfrm>
          <a:off x="0" y="3442456"/>
          <a:ext cx="5036058" cy="0"/>
        </a:xfrm>
        <a:prstGeom prst="line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accent2">
              <a:hueOff val="4681519"/>
              <a:satOff val="-5839"/>
              <a:lumOff val="1373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9E7F5DED-79AA-49CC-AE40-8114F9ABA797}">
      <dsp:nvSpPr>
        <dsp:cNvPr id="0" name=""/>
        <dsp:cNvSpPr/>
      </dsp:nvSpPr>
      <dsp:spPr>
        <a:xfrm>
          <a:off x="0" y="3442456"/>
          <a:ext cx="5036058" cy="8604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- Optimización de hiperparámetros con GridSearchCV.</a:t>
          </a:r>
        </a:p>
      </dsp:txBody>
      <dsp:txXfrm>
        <a:off x="0" y="3442456"/>
        <a:ext cx="5036058" cy="86048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60E0471-8803-4513-A24B-9C80A0C980F4}">
      <dsp:nvSpPr>
        <dsp:cNvPr id="0" name=""/>
        <dsp:cNvSpPr/>
      </dsp:nvSpPr>
      <dsp:spPr>
        <a:xfrm>
          <a:off x="0" y="248951"/>
          <a:ext cx="4291113" cy="913678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Plotly Dash permite:</a:t>
          </a:r>
        </a:p>
      </dsp:txBody>
      <dsp:txXfrm>
        <a:off x="44602" y="293553"/>
        <a:ext cx="4201909" cy="824474"/>
      </dsp:txXfrm>
    </dsp:sp>
    <dsp:sp modelId="{9ED2EF4A-55AA-4C9F-8DCE-7B1FD277EFE7}">
      <dsp:nvSpPr>
        <dsp:cNvPr id="0" name=""/>
        <dsp:cNvSpPr/>
      </dsp:nvSpPr>
      <dsp:spPr>
        <a:xfrm>
          <a:off x="0" y="1228870"/>
          <a:ext cx="4291113" cy="913678"/>
        </a:xfrm>
        <a:prstGeom prst="roundRect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- Analizar proporción de éxitos por sitio de lanzamiento.</a:t>
          </a:r>
        </a:p>
      </dsp:txBody>
      <dsp:txXfrm>
        <a:off x="44602" y="1273472"/>
        <a:ext cx="4201909" cy="824474"/>
      </dsp:txXfrm>
    </dsp:sp>
    <dsp:sp modelId="{D3E91875-2AFD-4535-9E34-C4101E5EF7D7}">
      <dsp:nvSpPr>
        <dsp:cNvPr id="0" name=""/>
        <dsp:cNvSpPr/>
      </dsp:nvSpPr>
      <dsp:spPr>
        <a:xfrm>
          <a:off x="0" y="2208789"/>
          <a:ext cx="4291113" cy="913678"/>
        </a:xfrm>
        <a:prstGeom prst="round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- Identificar que KSC LC-39A tiene mayor tasa de éxito.</a:t>
          </a:r>
        </a:p>
      </dsp:txBody>
      <dsp:txXfrm>
        <a:off x="44602" y="2253391"/>
        <a:ext cx="4201909" cy="824474"/>
      </dsp:txXfrm>
    </dsp:sp>
    <dsp:sp modelId="{FB6E54D7-9D8E-4FE1-9A69-9330C43FD82D}">
      <dsp:nvSpPr>
        <dsp:cNvPr id="0" name=""/>
        <dsp:cNvSpPr/>
      </dsp:nvSpPr>
      <dsp:spPr>
        <a:xfrm>
          <a:off x="0" y="3188707"/>
          <a:ext cx="4291113" cy="913678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- Explorar correlación entre masa de carga y probabilidad de éxito.</a:t>
          </a:r>
        </a:p>
      </dsp:txBody>
      <dsp:txXfrm>
        <a:off x="44602" y="3233309"/>
        <a:ext cx="4201909" cy="82447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FCF9B2-929C-47F6-BAFC-2BDA9654EE97}">
      <dsp:nvSpPr>
        <dsp:cNvPr id="0" name=""/>
        <dsp:cNvSpPr/>
      </dsp:nvSpPr>
      <dsp:spPr>
        <a:xfrm>
          <a:off x="0" y="104864"/>
          <a:ext cx="3968747" cy="55692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SpaceX ha mejorado significativamente su capacidad de aterrizaje.</a:t>
          </a:r>
        </a:p>
      </dsp:txBody>
      <dsp:txXfrm>
        <a:off x="27187" y="132051"/>
        <a:ext cx="3914373" cy="502546"/>
      </dsp:txXfrm>
    </dsp:sp>
    <dsp:sp modelId="{E0E4D854-0DFF-44BF-8788-923BBC358512}">
      <dsp:nvSpPr>
        <dsp:cNvPr id="0" name=""/>
        <dsp:cNvSpPr/>
      </dsp:nvSpPr>
      <dsp:spPr>
        <a:xfrm>
          <a:off x="0" y="702104"/>
          <a:ext cx="3968747" cy="556920"/>
        </a:xfrm>
        <a:prstGeom prst="roundRect">
          <a:avLst/>
        </a:prstGeom>
        <a:solidFill>
          <a:schemeClr val="accent5">
            <a:hueOff val="-1986775"/>
            <a:satOff val="7962"/>
            <a:lumOff val="172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Factores clave:</a:t>
          </a:r>
        </a:p>
      </dsp:txBody>
      <dsp:txXfrm>
        <a:off x="27187" y="729291"/>
        <a:ext cx="3914373" cy="502546"/>
      </dsp:txXfrm>
    </dsp:sp>
    <dsp:sp modelId="{DB9085DA-B584-4055-BE74-A93704449F89}">
      <dsp:nvSpPr>
        <dsp:cNvPr id="0" name=""/>
        <dsp:cNvSpPr/>
      </dsp:nvSpPr>
      <dsp:spPr>
        <a:xfrm>
          <a:off x="0" y="1299344"/>
          <a:ext cx="3968747" cy="556920"/>
        </a:xfrm>
        <a:prstGeom prst="roundRect">
          <a:avLst/>
        </a:prstGeom>
        <a:solidFill>
          <a:schemeClr val="accent5">
            <a:hueOff val="-3973551"/>
            <a:satOff val="15924"/>
            <a:lumOff val="345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- Tipo de órbita</a:t>
          </a:r>
        </a:p>
      </dsp:txBody>
      <dsp:txXfrm>
        <a:off x="27187" y="1326531"/>
        <a:ext cx="3914373" cy="502546"/>
      </dsp:txXfrm>
    </dsp:sp>
    <dsp:sp modelId="{F2379D02-7704-4678-A921-51FBFC9B6733}">
      <dsp:nvSpPr>
        <dsp:cNvPr id="0" name=""/>
        <dsp:cNvSpPr/>
      </dsp:nvSpPr>
      <dsp:spPr>
        <a:xfrm>
          <a:off x="0" y="1896584"/>
          <a:ext cx="3968747" cy="556920"/>
        </a:xfrm>
        <a:prstGeom prst="roundRect">
          <a:avLst/>
        </a:prstGeom>
        <a:solidFill>
          <a:schemeClr val="accent5">
            <a:hueOff val="-5960326"/>
            <a:satOff val="23887"/>
            <a:lumOff val="517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- Masa de carga útil</a:t>
          </a:r>
        </a:p>
      </dsp:txBody>
      <dsp:txXfrm>
        <a:off x="27187" y="1923771"/>
        <a:ext cx="3914373" cy="502546"/>
      </dsp:txXfrm>
    </dsp:sp>
    <dsp:sp modelId="{866080F5-B491-443B-B8F8-30E0AA056D3E}">
      <dsp:nvSpPr>
        <dsp:cNvPr id="0" name=""/>
        <dsp:cNvSpPr/>
      </dsp:nvSpPr>
      <dsp:spPr>
        <a:xfrm>
          <a:off x="0" y="2493824"/>
          <a:ext cx="3968747" cy="556920"/>
        </a:xfrm>
        <a:prstGeom prst="roundRect">
          <a:avLst/>
        </a:prstGeom>
        <a:solidFill>
          <a:schemeClr val="accent5">
            <a:hueOff val="-7947101"/>
            <a:satOff val="31849"/>
            <a:lumOff val="690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- Sitio de lanzamiento</a:t>
          </a:r>
        </a:p>
      </dsp:txBody>
      <dsp:txXfrm>
        <a:off x="27187" y="2521011"/>
        <a:ext cx="3914373" cy="502546"/>
      </dsp:txXfrm>
    </dsp:sp>
    <dsp:sp modelId="{F98558AA-098D-471D-822B-3828A4F90F76}">
      <dsp:nvSpPr>
        <dsp:cNvPr id="0" name=""/>
        <dsp:cNvSpPr/>
      </dsp:nvSpPr>
      <dsp:spPr>
        <a:xfrm>
          <a:off x="0" y="3091064"/>
          <a:ext cx="3968747" cy="556920"/>
        </a:xfrm>
        <a:prstGeom prst="round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La predicción del éxito ayuda a evaluar costos y competitividad.</a:t>
          </a:r>
        </a:p>
      </dsp:txBody>
      <dsp:txXfrm>
        <a:off x="27187" y="3118251"/>
        <a:ext cx="3914373" cy="50254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CEACA7F-6ED3-405F-8D39-09EAC0D33951}">
      <dsp:nvSpPr>
        <dsp:cNvPr id="0" name=""/>
        <dsp:cNvSpPr/>
      </dsp:nvSpPr>
      <dsp:spPr>
        <a:xfrm>
          <a:off x="0" y="2665"/>
          <a:ext cx="5589270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8ECBA3-EB7A-47F9-8B08-F619DA2764AC}">
      <dsp:nvSpPr>
        <dsp:cNvPr id="0" name=""/>
        <dsp:cNvSpPr/>
      </dsp:nvSpPr>
      <dsp:spPr>
        <a:xfrm>
          <a:off x="0" y="2665"/>
          <a:ext cx="5589270" cy="9090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Propuestas futuras:</a:t>
          </a:r>
        </a:p>
      </dsp:txBody>
      <dsp:txXfrm>
        <a:off x="0" y="2665"/>
        <a:ext cx="5589270" cy="909062"/>
      </dsp:txXfrm>
    </dsp:sp>
    <dsp:sp modelId="{0E737675-8220-429E-ACFB-D03E17470C45}">
      <dsp:nvSpPr>
        <dsp:cNvPr id="0" name=""/>
        <dsp:cNvSpPr/>
      </dsp:nvSpPr>
      <dsp:spPr>
        <a:xfrm>
          <a:off x="0" y="911728"/>
          <a:ext cx="5589270" cy="0"/>
        </a:xfrm>
        <a:prstGeom prst="line">
          <a:avLst/>
        </a:prstGeom>
        <a:solidFill>
          <a:schemeClr val="accent5">
            <a:hueOff val="-1986775"/>
            <a:satOff val="7962"/>
            <a:lumOff val="1726"/>
            <a:alphaOff val="0"/>
          </a:schemeClr>
        </a:solidFill>
        <a:ln w="25400" cap="flat" cmpd="sng" algn="ctr">
          <a:solidFill>
            <a:schemeClr val="accent5">
              <a:hueOff val="-1986775"/>
              <a:satOff val="7962"/>
              <a:lumOff val="172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B9DAEE-7B24-448B-B62A-37B0635ECA3D}">
      <dsp:nvSpPr>
        <dsp:cNvPr id="0" name=""/>
        <dsp:cNvSpPr/>
      </dsp:nvSpPr>
      <dsp:spPr>
        <a:xfrm>
          <a:off x="0" y="911728"/>
          <a:ext cx="5589270" cy="9090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- Mantenimiento predictivo usando telemetría en tiempo real.</a:t>
          </a:r>
        </a:p>
      </dsp:txBody>
      <dsp:txXfrm>
        <a:off x="0" y="911728"/>
        <a:ext cx="5589270" cy="909062"/>
      </dsp:txXfrm>
    </dsp:sp>
    <dsp:sp modelId="{C11E467E-A89B-4847-869A-39686B4CA583}">
      <dsp:nvSpPr>
        <dsp:cNvPr id="0" name=""/>
        <dsp:cNvSpPr/>
      </dsp:nvSpPr>
      <dsp:spPr>
        <a:xfrm>
          <a:off x="0" y="1820790"/>
          <a:ext cx="5589270" cy="0"/>
        </a:xfrm>
        <a:prstGeom prst="line">
          <a:avLst/>
        </a:prstGeom>
        <a:solidFill>
          <a:schemeClr val="accent5">
            <a:hueOff val="-3973551"/>
            <a:satOff val="15924"/>
            <a:lumOff val="3451"/>
            <a:alphaOff val="0"/>
          </a:schemeClr>
        </a:solidFill>
        <a:ln w="25400" cap="flat" cmpd="sng" algn="ctr">
          <a:solidFill>
            <a:schemeClr val="accent5">
              <a:hueOff val="-3973551"/>
              <a:satOff val="15924"/>
              <a:lumOff val="345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1BD297-811E-462A-9EBE-7CCA347719F6}">
      <dsp:nvSpPr>
        <dsp:cNvPr id="0" name=""/>
        <dsp:cNvSpPr/>
      </dsp:nvSpPr>
      <dsp:spPr>
        <a:xfrm>
          <a:off x="0" y="1820790"/>
          <a:ext cx="5589270" cy="9090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- Modelos de deep learning para optimizar ventanas de lanzamiento.</a:t>
          </a:r>
        </a:p>
      </dsp:txBody>
      <dsp:txXfrm>
        <a:off x="0" y="1820790"/>
        <a:ext cx="5589270" cy="909062"/>
      </dsp:txXfrm>
    </dsp:sp>
    <dsp:sp modelId="{945AA5D1-E1E5-44EB-85B3-8EA1BFB27D54}">
      <dsp:nvSpPr>
        <dsp:cNvPr id="0" name=""/>
        <dsp:cNvSpPr/>
      </dsp:nvSpPr>
      <dsp:spPr>
        <a:xfrm>
          <a:off x="0" y="2729852"/>
          <a:ext cx="5589270" cy="0"/>
        </a:xfrm>
        <a:prstGeom prst="line">
          <a:avLst/>
        </a:prstGeom>
        <a:solidFill>
          <a:schemeClr val="accent5">
            <a:hueOff val="-5960326"/>
            <a:satOff val="23887"/>
            <a:lumOff val="5177"/>
            <a:alphaOff val="0"/>
          </a:schemeClr>
        </a:solidFill>
        <a:ln w="25400" cap="flat" cmpd="sng" algn="ctr">
          <a:solidFill>
            <a:schemeClr val="accent5">
              <a:hueOff val="-5960326"/>
              <a:satOff val="23887"/>
              <a:lumOff val="517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70C3CF-B769-43A7-80CB-A1D7EC42C4C1}">
      <dsp:nvSpPr>
        <dsp:cNvPr id="0" name=""/>
        <dsp:cNvSpPr/>
      </dsp:nvSpPr>
      <dsp:spPr>
        <a:xfrm>
          <a:off x="0" y="2729853"/>
          <a:ext cx="5589270" cy="9090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Creatividad:</a:t>
          </a:r>
        </a:p>
      </dsp:txBody>
      <dsp:txXfrm>
        <a:off x="0" y="2729853"/>
        <a:ext cx="5589270" cy="909062"/>
      </dsp:txXfrm>
    </dsp:sp>
    <dsp:sp modelId="{623E1427-62BC-432E-B988-18BF886802D2}">
      <dsp:nvSpPr>
        <dsp:cNvPr id="0" name=""/>
        <dsp:cNvSpPr/>
      </dsp:nvSpPr>
      <dsp:spPr>
        <a:xfrm>
          <a:off x="0" y="3638915"/>
          <a:ext cx="5589270" cy="0"/>
        </a:xfrm>
        <a:prstGeom prst="line">
          <a:avLst/>
        </a:prstGeom>
        <a:solidFill>
          <a:schemeClr val="accent5">
            <a:hueOff val="-7947101"/>
            <a:satOff val="31849"/>
            <a:lumOff val="6902"/>
            <a:alphaOff val="0"/>
          </a:schemeClr>
        </a:solidFill>
        <a:ln w="25400" cap="flat" cmpd="sng" algn="ctr">
          <a:solidFill>
            <a:schemeClr val="accent5">
              <a:hueOff val="-7947101"/>
              <a:satOff val="31849"/>
              <a:lumOff val="690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ECB6B8-0D76-4AF3-8F43-E07BA1F93B0B}">
      <dsp:nvSpPr>
        <dsp:cNvPr id="0" name=""/>
        <dsp:cNvSpPr/>
      </dsp:nvSpPr>
      <dsp:spPr>
        <a:xfrm>
          <a:off x="0" y="3638915"/>
          <a:ext cx="5589270" cy="9090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- Tema visual Space/Dark Mode.</a:t>
          </a:r>
        </a:p>
      </dsp:txBody>
      <dsp:txXfrm>
        <a:off x="0" y="3638915"/>
        <a:ext cx="5589270" cy="909062"/>
      </dsp:txXfrm>
    </dsp:sp>
    <dsp:sp modelId="{87B0D339-DA9C-4AAE-83B7-43BC1F14E053}">
      <dsp:nvSpPr>
        <dsp:cNvPr id="0" name=""/>
        <dsp:cNvSpPr/>
      </dsp:nvSpPr>
      <dsp:spPr>
        <a:xfrm>
          <a:off x="0" y="4547977"/>
          <a:ext cx="5589270" cy="0"/>
        </a:xfrm>
        <a:prstGeom prst="line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accent5">
              <a:hueOff val="-9933876"/>
              <a:satOff val="39811"/>
              <a:lumOff val="862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E54C53-8D16-48A4-A854-6DE0BB8D1564}">
      <dsp:nvSpPr>
        <dsp:cNvPr id="0" name=""/>
        <dsp:cNvSpPr/>
      </dsp:nvSpPr>
      <dsp:spPr>
        <a:xfrm>
          <a:off x="0" y="4547977"/>
          <a:ext cx="5589270" cy="9090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- Storytelling del ciclo de vida del cohete Falcon 9.</a:t>
          </a:r>
        </a:p>
      </dsp:txBody>
      <dsp:txXfrm>
        <a:off x="0" y="4547977"/>
        <a:ext cx="5589270" cy="90906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Resumen Ejecutivo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s-ES" sz="2500"/>
              <a:t>Objetivo: Predecir si la primera etapa del Falcon 9 aterrizará con éxito para determinar la viabilidad económica de los lanzamientos.</a:t>
            </a:r>
          </a:p>
          <a:p>
            <a:pPr>
              <a:lnSpc>
                <a:spcPct val="90000"/>
              </a:lnSpc>
            </a:pPr>
            <a:endParaRPr lang="es-ES" sz="2500"/>
          </a:p>
          <a:p>
            <a:pPr>
              <a:lnSpc>
                <a:spcPct val="90000"/>
              </a:lnSpc>
            </a:pPr>
            <a:r>
              <a:rPr lang="es-ES" sz="2500"/>
              <a:t>Hallazgos clave:</a:t>
            </a:r>
          </a:p>
          <a:p>
            <a:pPr>
              <a:lnSpc>
                <a:spcPct val="90000"/>
              </a:lnSpc>
            </a:pPr>
            <a:r>
              <a:rPr lang="es-ES" sz="2500"/>
              <a:t>- La tasa de éxito ha mejorado significativamente con el tiempo y el aumento del número de vuelos.</a:t>
            </a:r>
          </a:p>
          <a:p>
            <a:pPr>
              <a:lnSpc>
                <a:spcPct val="90000"/>
              </a:lnSpc>
            </a:pPr>
            <a:r>
              <a:rPr lang="es-ES" sz="2500"/>
              <a:t>- Ciertos sitios de lanzamiento (como KSC LC-39A) presentan tasas de éxito superiores.</a:t>
            </a:r>
          </a:p>
          <a:p>
            <a:pPr>
              <a:lnSpc>
                <a:spcPct val="90000"/>
              </a:lnSpc>
            </a:pPr>
            <a:r>
              <a:rPr lang="es-ES" sz="2500"/>
              <a:t>- Modelos de Machine Learning alcanzan ~83% de precisión.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Introducción</a:t>
            </a:r>
          </a:p>
        </p:txBody>
      </p:sp>
      <p:graphicFrame>
        <p:nvGraphicFramePr>
          <p:cNvPr id="17" name="Content Placeholder 2">
            <a:extLst>
              <a:ext uri="{FF2B5EF4-FFF2-40B4-BE49-F238E27FC236}">
                <a16:creationId xmlns:a16="http://schemas.microsoft.com/office/drawing/2014/main" id="{FB2EB698-911E-F6C0-C71B-4D7D57C9FE6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B5B423A-57CC-4C58-AA26-8E2E862B0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3912768" cy="3994777"/>
          </a:xfrm>
          <a:custGeom>
            <a:avLst/>
            <a:gdLst>
              <a:gd name="connsiteX0" fmla="*/ 1945461 w 5217023"/>
              <a:gd name="connsiteY0" fmla="*/ 3787398 h 3994777"/>
              <a:gd name="connsiteX1" fmla="*/ 1942113 w 5217023"/>
              <a:gd name="connsiteY1" fmla="*/ 3790053 h 3994777"/>
              <a:gd name="connsiteX2" fmla="*/ 1946982 w 5217023"/>
              <a:gd name="connsiteY2" fmla="*/ 3787990 h 3994777"/>
              <a:gd name="connsiteX3" fmla="*/ 1945461 w 5217023"/>
              <a:gd name="connsiteY3" fmla="*/ 3787398 h 3994777"/>
              <a:gd name="connsiteX4" fmla="*/ 0 w 5217023"/>
              <a:gd name="connsiteY4" fmla="*/ 0 h 3994777"/>
              <a:gd name="connsiteX5" fmla="*/ 5030958 w 5217023"/>
              <a:gd name="connsiteY5" fmla="*/ 0 h 3994777"/>
              <a:gd name="connsiteX6" fmla="*/ 5046198 w 5217023"/>
              <a:gd name="connsiteY6" fmla="*/ 153449 h 3994777"/>
              <a:gd name="connsiteX7" fmla="*/ 5055729 w 5217023"/>
              <a:gd name="connsiteY7" fmla="*/ 415828 h 3994777"/>
              <a:gd name="connsiteX8" fmla="*/ 4735242 w 5217023"/>
              <a:gd name="connsiteY8" fmla="*/ 1867130 h 3994777"/>
              <a:gd name="connsiteX9" fmla="*/ 3907395 w 5217023"/>
              <a:gd name="connsiteY9" fmla="*/ 2938441 h 3994777"/>
              <a:gd name="connsiteX10" fmla="*/ 3946497 w 5217023"/>
              <a:gd name="connsiteY10" fmla="*/ 2908567 h 3994777"/>
              <a:gd name="connsiteX11" fmla="*/ 4585421 w 5217023"/>
              <a:gd name="connsiteY11" fmla="*/ 2188401 h 3994777"/>
              <a:gd name="connsiteX12" fmla="*/ 5142585 w 5217023"/>
              <a:gd name="connsiteY12" fmla="*/ 276891 h 3994777"/>
              <a:gd name="connsiteX13" fmla="*/ 5121833 w 5217023"/>
              <a:gd name="connsiteY13" fmla="*/ 30208 h 3994777"/>
              <a:gd name="connsiteX14" fmla="*/ 5116229 w 5217023"/>
              <a:gd name="connsiteY14" fmla="*/ 0 h 3994777"/>
              <a:gd name="connsiteX15" fmla="*/ 5184724 w 5217023"/>
              <a:gd name="connsiteY15" fmla="*/ 0 h 3994777"/>
              <a:gd name="connsiteX16" fmla="*/ 5196265 w 5217023"/>
              <a:gd name="connsiteY16" fmla="*/ 66113 h 3994777"/>
              <a:gd name="connsiteX17" fmla="*/ 5058603 w 5217023"/>
              <a:gd name="connsiteY17" fmla="*/ 1368242 h 3994777"/>
              <a:gd name="connsiteX18" fmla="*/ 4096624 w 5217023"/>
              <a:gd name="connsiteY18" fmla="*/ 2870829 h 3994777"/>
              <a:gd name="connsiteX19" fmla="*/ 3833203 w 5217023"/>
              <a:gd name="connsiteY19" fmla="*/ 3092190 h 3994777"/>
              <a:gd name="connsiteX20" fmla="*/ 3536509 w 5217023"/>
              <a:gd name="connsiteY20" fmla="*/ 3297128 h 3994777"/>
              <a:gd name="connsiteX21" fmla="*/ 3148966 w 5217023"/>
              <a:gd name="connsiteY21" fmla="*/ 3485478 h 3994777"/>
              <a:gd name="connsiteX22" fmla="*/ 1860557 w 5217023"/>
              <a:gd name="connsiteY22" fmla="*/ 3880910 h 3994777"/>
              <a:gd name="connsiteX23" fmla="*/ 573715 w 5217023"/>
              <a:gd name="connsiteY23" fmla="*/ 3983764 h 3994777"/>
              <a:gd name="connsiteX24" fmla="*/ 108410 w 5217023"/>
              <a:gd name="connsiteY24" fmla="*/ 3908816 h 3994777"/>
              <a:gd name="connsiteX25" fmla="*/ 0 w 5217023"/>
              <a:gd name="connsiteY25" fmla="*/ 3876793 h 3994777"/>
              <a:gd name="connsiteX26" fmla="*/ 0 w 5217023"/>
              <a:gd name="connsiteY26" fmla="*/ 3802912 h 3994777"/>
              <a:gd name="connsiteX27" fmla="*/ 36975 w 5217023"/>
              <a:gd name="connsiteY27" fmla="*/ 3815954 h 3994777"/>
              <a:gd name="connsiteX28" fmla="*/ 561628 w 5217023"/>
              <a:gd name="connsiteY28" fmla="*/ 3912655 h 3994777"/>
              <a:gd name="connsiteX29" fmla="*/ 1683086 w 5217023"/>
              <a:gd name="connsiteY29" fmla="*/ 3844334 h 3994777"/>
              <a:gd name="connsiteX30" fmla="*/ 1806023 w 5217023"/>
              <a:gd name="connsiteY30" fmla="*/ 3820992 h 3994777"/>
              <a:gd name="connsiteX31" fmla="*/ 1921817 w 5217023"/>
              <a:gd name="connsiteY31" fmla="*/ 3795747 h 3994777"/>
              <a:gd name="connsiteX32" fmla="*/ 1243689 w 5217023"/>
              <a:gd name="connsiteY32" fmla="*/ 3846539 h 3994777"/>
              <a:gd name="connsiteX33" fmla="*/ 62875 w 5217023"/>
              <a:gd name="connsiteY33" fmla="*/ 3668143 h 3994777"/>
              <a:gd name="connsiteX34" fmla="*/ 0 w 5217023"/>
              <a:gd name="connsiteY34" fmla="*/ 3644185 h 3994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5217023" h="3994777">
                <a:moveTo>
                  <a:pt x="1945461" y="3787398"/>
                </a:moveTo>
                <a:lnTo>
                  <a:pt x="1942113" y="3790053"/>
                </a:lnTo>
                <a:lnTo>
                  <a:pt x="1946982" y="3787990"/>
                </a:lnTo>
                <a:cubicBezTo>
                  <a:pt x="1946982" y="3787990"/>
                  <a:pt x="1946379" y="3787019"/>
                  <a:pt x="1945461" y="3787398"/>
                </a:cubicBezTo>
                <a:close/>
                <a:moveTo>
                  <a:pt x="0" y="0"/>
                </a:moveTo>
                <a:lnTo>
                  <a:pt x="5030958" y="0"/>
                </a:lnTo>
                <a:lnTo>
                  <a:pt x="5046198" y="153449"/>
                </a:lnTo>
                <a:cubicBezTo>
                  <a:pt x="5052189" y="240558"/>
                  <a:pt x="5055458" y="328007"/>
                  <a:pt x="5055729" y="415828"/>
                </a:cubicBezTo>
                <a:cubicBezTo>
                  <a:pt x="5057604" y="923672"/>
                  <a:pt x="4959210" y="1409054"/>
                  <a:pt x="4735242" y="1867130"/>
                </a:cubicBezTo>
                <a:cubicBezTo>
                  <a:pt x="4533284" y="2280198"/>
                  <a:pt x="4248921" y="2629330"/>
                  <a:pt x="3907395" y="2938441"/>
                </a:cubicBezTo>
                <a:cubicBezTo>
                  <a:pt x="3922498" y="2931535"/>
                  <a:pt x="3935859" y="2921330"/>
                  <a:pt x="3946497" y="2908567"/>
                </a:cubicBezTo>
                <a:cubicBezTo>
                  <a:pt x="4193494" y="2700987"/>
                  <a:pt x="4408756" y="2458364"/>
                  <a:pt x="4585421" y="2188401"/>
                </a:cubicBezTo>
                <a:cubicBezTo>
                  <a:pt x="4967641" y="1608533"/>
                  <a:pt x="5169304" y="975361"/>
                  <a:pt x="5142585" y="276891"/>
                </a:cubicBezTo>
                <a:cubicBezTo>
                  <a:pt x="5139764" y="194215"/>
                  <a:pt x="5132824" y="111888"/>
                  <a:pt x="5121833" y="30208"/>
                </a:cubicBezTo>
                <a:lnTo>
                  <a:pt x="5116229" y="0"/>
                </a:lnTo>
                <a:lnTo>
                  <a:pt x="5184724" y="0"/>
                </a:lnTo>
                <a:lnTo>
                  <a:pt x="5196265" y="66113"/>
                </a:lnTo>
                <a:cubicBezTo>
                  <a:pt x="5249921" y="496647"/>
                  <a:pt x="5197997" y="931171"/>
                  <a:pt x="5058603" y="1368242"/>
                </a:cubicBezTo>
                <a:cubicBezTo>
                  <a:pt x="4872414" y="1953929"/>
                  <a:pt x="4544298" y="2451351"/>
                  <a:pt x="4096624" y="2870829"/>
                </a:cubicBezTo>
                <a:cubicBezTo>
                  <a:pt x="4012832" y="2949426"/>
                  <a:pt x="3924415" y="3022439"/>
                  <a:pt x="3833203" y="3092190"/>
                </a:cubicBezTo>
                <a:cubicBezTo>
                  <a:pt x="3741992" y="3161943"/>
                  <a:pt x="3648667" y="3225510"/>
                  <a:pt x="3536509" y="3297128"/>
                </a:cubicBezTo>
                <a:cubicBezTo>
                  <a:pt x="3427215" y="3372735"/>
                  <a:pt x="3288598" y="3430233"/>
                  <a:pt x="3148966" y="3485478"/>
                </a:cubicBezTo>
                <a:cubicBezTo>
                  <a:pt x="2729930" y="3651299"/>
                  <a:pt x="2302194" y="3788890"/>
                  <a:pt x="1860557" y="3880910"/>
                </a:cubicBezTo>
                <a:cubicBezTo>
                  <a:pt x="1435974" y="3969444"/>
                  <a:pt x="1008052" y="4017957"/>
                  <a:pt x="573715" y="3983764"/>
                </a:cubicBezTo>
                <a:cubicBezTo>
                  <a:pt x="415134" y="3971300"/>
                  <a:pt x="259585" y="3947743"/>
                  <a:pt x="108410" y="3908816"/>
                </a:cubicBezTo>
                <a:lnTo>
                  <a:pt x="0" y="3876793"/>
                </a:lnTo>
                <a:lnTo>
                  <a:pt x="0" y="3802912"/>
                </a:lnTo>
                <a:lnTo>
                  <a:pt x="36975" y="3815954"/>
                </a:lnTo>
                <a:cubicBezTo>
                  <a:pt x="206404" y="3867475"/>
                  <a:pt x="382020" y="3897326"/>
                  <a:pt x="561628" y="3912655"/>
                </a:cubicBezTo>
                <a:cubicBezTo>
                  <a:pt x="938583" y="3944832"/>
                  <a:pt x="1311814" y="3910697"/>
                  <a:pt x="1683086" y="3844334"/>
                </a:cubicBezTo>
                <a:cubicBezTo>
                  <a:pt x="1724123" y="3837151"/>
                  <a:pt x="1765097" y="3829374"/>
                  <a:pt x="1806023" y="3820992"/>
                </a:cubicBezTo>
                <a:cubicBezTo>
                  <a:pt x="1844740" y="3813079"/>
                  <a:pt x="1883218" y="3804161"/>
                  <a:pt x="1921817" y="3795747"/>
                </a:cubicBezTo>
                <a:cubicBezTo>
                  <a:pt x="1697011" y="3826435"/>
                  <a:pt x="1470551" y="3843387"/>
                  <a:pt x="1243689" y="3846539"/>
                </a:cubicBezTo>
                <a:cubicBezTo>
                  <a:pt x="839058" y="3849054"/>
                  <a:pt x="443424" y="3800206"/>
                  <a:pt x="62875" y="3668143"/>
                </a:cubicBezTo>
                <a:lnTo>
                  <a:pt x="0" y="364418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673770"/>
            <a:ext cx="2415246" cy="2027227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s-ES" sz="3600">
                <a:solidFill>
                  <a:srgbClr val="FFFFFF"/>
                </a:solidFill>
              </a:rPr>
              <a:t>Recolección y Limpieza de Datos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3583231-0E3F-0675-B32B-4751FE184F4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76268993"/>
              </p:ext>
            </p:extLst>
          </p:nvPr>
        </p:nvGraphicFramePr>
        <p:xfrm>
          <a:off x="4157004" y="541606"/>
          <a:ext cx="4358346" cy="56782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US" sz="3100">
                <a:solidFill>
                  <a:srgbClr val="FFFFFF"/>
                </a:solidFill>
              </a:rPr>
              <a:t>EDA y Visualización Interactiva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r>
              <a:t>Herramientas:</a:t>
            </a:r>
          </a:p>
          <a:p>
            <a:r>
              <a:t>- Pandas</a:t>
            </a:r>
          </a:p>
          <a:p>
            <a:r>
              <a:t>- Matplotlib / Seaborn</a:t>
            </a:r>
          </a:p>
          <a:p>
            <a:endParaRPr/>
          </a:p>
          <a:p>
            <a:r>
              <a:t>Visualización interactiva:</a:t>
            </a:r>
          </a:p>
          <a:p>
            <a:r>
              <a:t>- Folium: mapas de sitios de lanzamiento.</a:t>
            </a:r>
          </a:p>
          <a:p>
            <a:r>
              <a:t>- Plotly Dash: dashboard interactivo para explorar los datos.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93394DA-E684-47C2-9020-13225823F4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06443"/>
          </a:xfrm>
        </p:spPr>
        <p:txBody>
          <a:bodyPr>
            <a:normAutofit/>
          </a:bodyPr>
          <a:lstStyle/>
          <a:p>
            <a:r>
              <a:rPr lang="en-US" sz="3500"/>
              <a:t>Análisis Predictivo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211B667-1F52-FEB4-24AB-EF4363ACF28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545" r="32273"/>
          <a:stretch>
            <a:fillRect/>
          </a:stretch>
        </p:blipFill>
        <p:spPr>
          <a:xfrm>
            <a:off x="5991969" y="1904282"/>
            <a:ext cx="2567320" cy="4224808"/>
          </a:xfrm>
          <a:prstGeom prst="rect">
            <a:avLst/>
          </a:prstGeom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2FA2B18-895F-FA0B-AA63-B5B0642847C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97647424"/>
              </p:ext>
            </p:extLst>
          </p:nvPr>
        </p:nvGraphicFramePr>
        <p:xfrm>
          <a:off x="628650" y="1825625"/>
          <a:ext cx="5036058" cy="43034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US" sz="3700">
                <a:solidFill>
                  <a:srgbClr val="FFFFFF"/>
                </a:solidFill>
              </a:rPr>
              <a:t>Resultados de EDA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s-ES" sz="2700"/>
              <a:t>Relación Masa vs Vuelo:</a:t>
            </a:r>
          </a:p>
          <a:p>
            <a:pPr>
              <a:lnSpc>
                <a:spcPct val="90000"/>
              </a:lnSpc>
            </a:pPr>
            <a:r>
              <a:rPr lang="es-ES" sz="2700"/>
              <a:t>- A mayor número de vuelos, mayor tasa de éxito.</a:t>
            </a:r>
          </a:p>
          <a:p>
            <a:pPr>
              <a:lnSpc>
                <a:spcPct val="90000"/>
              </a:lnSpc>
            </a:pPr>
            <a:endParaRPr lang="es-ES" sz="2700"/>
          </a:p>
          <a:p>
            <a:pPr>
              <a:lnSpc>
                <a:spcPct val="90000"/>
              </a:lnSpc>
            </a:pPr>
            <a:r>
              <a:rPr lang="es-ES" sz="2700"/>
              <a:t>Éxito por Órbita:</a:t>
            </a:r>
          </a:p>
          <a:p>
            <a:pPr>
              <a:lnSpc>
                <a:spcPct val="90000"/>
              </a:lnSpc>
            </a:pPr>
            <a:r>
              <a:rPr lang="es-ES" sz="2700"/>
              <a:t>- ES-L1, GEO, HEO y SSO presentan 100% de éxito en los datos.</a:t>
            </a:r>
          </a:p>
          <a:p>
            <a:pPr>
              <a:lnSpc>
                <a:spcPct val="90000"/>
              </a:lnSpc>
            </a:pPr>
            <a:endParaRPr lang="es-ES" sz="2700"/>
          </a:p>
          <a:p>
            <a:pPr>
              <a:lnSpc>
                <a:spcPct val="90000"/>
              </a:lnSpc>
            </a:pPr>
            <a:r>
              <a:rPr lang="es-ES" sz="2700"/>
              <a:t>Tendencia temporal:</a:t>
            </a:r>
          </a:p>
          <a:p>
            <a:pPr>
              <a:lnSpc>
                <a:spcPct val="90000"/>
              </a:lnSpc>
            </a:pPr>
            <a:r>
              <a:rPr lang="es-ES" sz="2700"/>
              <a:t>- Mejora clara en la tasa de éxito desde 2013 a 2020.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6891" y="1119031"/>
            <a:ext cx="3464954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8305" y="1396686"/>
            <a:ext cx="2430380" cy="4064628"/>
          </a:xfrm>
        </p:spPr>
        <p:txBody>
          <a:bodyPr>
            <a:normAutofit/>
          </a:bodyPr>
          <a:lstStyle/>
          <a:p>
            <a:r>
              <a:rPr lang="en-US" sz="3700">
                <a:solidFill>
                  <a:srgbClr val="FFFFFF"/>
                </a:solidFill>
              </a:rPr>
              <a:t>Resultados de SQL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6512790" y="941148"/>
            <a:ext cx="2240924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536" y="4780992"/>
            <a:ext cx="409575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27614" y="1526033"/>
            <a:ext cx="4152298" cy="3935281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s-ES" sz="2700"/>
              <a:t>Consultas clave:</a:t>
            </a:r>
          </a:p>
          <a:p>
            <a:pPr>
              <a:lnSpc>
                <a:spcPct val="90000"/>
              </a:lnSpc>
            </a:pPr>
            <a:r>
              <a:rPr lang="es-ES" sz="2700"/>
              <a:t>- Identificación de sitios de lanzamiento únicos.</a:t>
            </a:r>
          </a:p>
          <a:p>
            <a:pPr>
              <a:lnSpc>
                <a:spcPct val="90000"/>
              </a:lnSpc>
            </a:pPr>
            <a:r>
              <a:rPr lang="es-ES" sz="2700"/>
              <a:t>- Filtrado de lanzamientos exitosos entre 4000–6000 kg.</a:t>
            </a:r>
          </a:p>
          <a:p>
            <a:pPr>
              <a:lnSpc>
                <a:spcPct val="90000"/>
              </a:lnSpc>
            </a:pPr>
            <a:r>
              <a:rPr lang="es-ES" sz="2700"/>
              <a:t>- Cálculo de masa máxima de carga útil en misiones exitosas.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709F1D5-B0F1-4714-A239-E5B61C1619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28FB460-D3FF-4440-A020-05982A09E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5409" y="1011045"/>
            <a:ext cx="3277394" cy="4369859"/>
          </a:xfrm>
          <a:prstGeom prst="roundRect">
            <a:avLst>
              <a:gd name="adj" fmla="val 275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7619" y="1112969"/>
            <a:ext cx="2952974" cy="4166010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Mapas Interactivos (Folium)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4847E93-7DC1-4D4B-8829-B19AA7137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97896" y="0"/>
            <a:ext cx="866357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566D6E1-03A1-4D73-A4E0-35D74D568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971133" y="-1"/>
            <a:ext cx="130305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F835A99-04AC-494A-A572-AFE8413CC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936831"/>
            <a:ext cx="119805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0" y="820880"/>
            <a:ext cx="3943349" cy="4889350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s-ES" sz="2700"/>
              <a:t>Patrones geográficos:</a:t>
            </a:r>
          </a:p>
          <a:p>
            <a:pPr>
              <a:lnSpc>
                <a:spcPct val="90000"/>
              </a:lnSpc>
            </a:pPr>
            <a:r>
              <a:rPr lang="es-ES" sz="2700"/>
              <a:t>- Sitios de lanzamiento cerca de la costa para reducir riesgos.</a:t>
            </a:r>
          </a:p>
          <a:p>
            <a:pPr>
              <a:lnSpc>
                <a:spcPct val="90000"/>
              </a:lnSpc>
            </a:pPr>
            <a:endParaRPr lang="es-ES" sz="2700"/>
          </a:p>
          <a:p>
            <a:pPr>
              <a:lnSpc>
                <a:spcPct val="90000"/>
              </a:lnSpc>
            </a:pPr>
            <a:r>
              <a:rPr lang="es-ES" sz="2700"/>
              <a:t>Infraestructura:</a:t>
            </a:r>
          </a:p>
          <a:p>
            <a:pPr>
              <a:lnSpc>
                <a:spcPct val="90000"/>
              </a:lnSpc>
            </a:pPr>
            <a:r>
              <a:rPr lang="es-ES" sz="2700"/>
              <a:t>- Cercanía a autopistas y ferrocarriles facilita transporte del cohete.</a:t>
            </a: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B786209-1B0B-4CA9-9BDD-F7327066A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835649"/>
            <a:ext cx="1161135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2D2964BB-484D-45AE-AD66-D407D0629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563731" y="5717905"/>
            <a:ext cx="1328706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6691AC69-A76E-4DAB-B565-468B6B87A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099729" y="6258755"/>
            <a:ext cx="1174455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025EFD5-738C-41B9-87FE-0C00E211BD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D1E5F81-D94F-6FC2-0696-32146B778E0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369" r="24604" b="-1"/>
          <a:stretch>
            <a:fillRect/>
          </a:stretch>
        </p:blipFill>
        <p:spPr>
          <a:xfrm>
            <a:off x="643713" y="1165109"/>
            <a:ext cx="3196002" cy="4351338"/>
          </a:xfrm>
          <a:custGeom>
            <a:avLst/>
            <a:gdLst/>
            <a:ahLst/>
            <a:cxnLst/>
            <a:rect l="l" t="t" r="r" b="b"/>
            <a:pathLst>
              <a:path w="4114800" h="5712488">
                <a:moveTo>
                  <a:pt x="133155" y="0"/>
                </a:moveTo>
                <a:lnTo>
                  <a:pt x="3981645" y="0"/>
                </a:lnTo>
                <a:cubicBezTo>
                  <a:pt x="4055184" y="0"/>
                  <a:pt x="4114800" y="59616"/>
                  <a:pt x="4114800" y="133155"/>
                </a:cubicBezTo>
                <a:lnTo>
                  <a:pt x="4114800" y="5579333"/>
                </a:lnTo>
                <a:cubicBezTo>
                  <a:pt x="4114800" y="5652872"/>
                  <a:pt x="4055184" y="5712488"/>
                  <a:pt x="3981645" y="5712488"/>
                </a:cubicBezTo>
                <a:lnTo>
                  <a:pt x="133155" y="5712488"/>
                </a:lnTo>
                <a:cubicBezTo>
                  <a:pt x="59616" y="5712488"/>
                  <a:pt x="0" y="5652872"/>
                  <a:pt x="0" y="5579333"/>
                </a:cubicBezTo>
                <a:lnTo>
                  <a:pt x="0" y="133155"/>
                </a:lnTo>
                <a:cubicBezTo>
                  <a:pt x="0" y="59616"/>
                  <a:pt x="59616" y="0"/>
                  <a:pt x="133155" y="0"/>
                </a:cubicBezTo>
                <a:close/>
              </a:path>
            </a:pathLst>
          </a:custGeom>
        </p:spPr>
      </p:pic>
      <p:sp>
        <p:nvSpPr>
          <p:cNvPr id="12" name="!!Arc">
            <a:extLst>
              <a:ext uri="{FF2B5EF4-FFF2-40B4-BE49-F238E27FC236}">
                <a16:creationId xmlns:a16="http://schemas.microsoft.com/office/drawing/2014/main" id="{835EF3DD-7D43-4A27-8967-A92FD8CC93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05148" y="407987"/>
            <a:ext cx="2240924" cy="2987899"/>
          </a:xfrm>
          <a:prstGeom prst="arc">
            <a:avLst>
              <a:gd name="adj1" fmla="val 16200000"/>
              <a:gd name="adj2" fmla="val 2563720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70286" y="444272"/>
            <a:ext cx="4291113" cy="132556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t>Dashboard Interactivo</a:t>
            </a:r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75A857F-CDC0-DCA3-3CAD-610BF1E71FB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79924173"/>
              </p:ext>
            </p:extLst>
          </p:nvPr>
        </p:nvGraphicFramePr>
        <p:xfrm>
          <a:off x="4370286" y="1904772"/>
          <a:ext cx="4291113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US" sz="3700">
                <a:solidFill>
                  <a:srgbClr val="FFFFFF"/>
                </a:solidFill>
              </a:rPr>
              <a:t>Resultados del Modelo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r>
              <a:t>Precisión de modelos:</a:t>
            </a:r>
          </a:p>
          <a:p>
            <a:r>
              <a:t>- Logistic Regression ~83%</a:t>
            </a:r>
          </a:p>
          <a:p>
            <a:r>
              <a:t>- SVM ~83%</a:t>
            </a:r>
          </a:p>
          <a:p>
            <a:r>
              <a:t>- KNN ~83%</a:t>
            </a:r>
          </a:p>
          <a:p>
            <a:endParaRPr/>
          </a:p>
          <a:p>
            <a:r>
              <a:t>Mejor modelo:</a:t>
            </a:r>
          </a:p>
          <a:p>
            <a:r>
              <a:t>- Decision Tree por interpretabilidad y desempeño consistente.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13299" y="490537"/>
            <a:ext cx="3968748" cy="1628775"/>
          </a:xfrm>
        </p:spPr>
        <p:txBody>
          <a:bodyPr anchor="b">
            <a:normAutofit/>
          </a:bodyPr>
          <a:lstStyle/>
          <a:p>
            <a:r>
              <a:rPr lang="en-US" sz="3500"/>
              <a:t>Conclusión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25EA5A4-725D-1D66-02B6-DC7D78829E4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389" r="30103" b="1"/>
          <a:stretch>
            <a:fillRect/>
          </a:stretch>
        </p:blipFill>
        <p:spPr>
          <a:xfrm>
            <a:off x="1" y="1587"/>
            <a:ext cx="4571999" cy="6856413"/>
          </a:xfrm>
          <a:custGeom>
            <a:avLst/>
            <a:gdLst/>
            <a:ahLst/>
            <a:cxnLst/>
            <a:rect l="l" t="t" r="r" b="b"/>
            <a:pathLst>
              <a:path w="6649908" h="6856413">
                <a:moveTo>
                  <a:pt x="0" y="0"/>
                </a:moveTo>
                <a:lnTo>
                  <a:pt x="6559859" y="0"/>
                </a:lnTo>
                <a:lnTo>
                  <a:pt x="6572145" y="79394"/>
                </a:lnTo>
                <a:cubicBezTo>
                  <a:pt x="6857782" y="2230562"/>
                  <a:pt x="6243159" y="4473353"/>
                  <a:pt x="6528796" y="6624522"/>
                </a:cubicBezTo>
                <a:lnTo>
                  <a:pt x="6564680" y="6856413"/>
                </a:lnTo>
                <a:lnTo>
                  <a:pt x="0" y="6856413"/>
                </a:lnTo>
                <a:close/>
              </a:path>
            </a:pathLst>
          </a:custGeom>
        </p:spPr>
      </p:pic>
      <p:graphicFrame>
        <p:nvGraphicFramePr>
          <p:cNvPr id="13" name="Content Placeholder 2">
            <a:extLst>
              <a:ext uri="{FF2B5EF4-FFF2-40B4-BE49-F238E27FC236}">
                <a16:creationId xmlns:a16="http://schemas.microsoft.com/office/drawing/2014/main" id="{EC777CAD-C63C-0925-F91E-3F9660598FA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34521371"/>
              </p:ext>
            </p:extLst>
          </p:nvPr>
        </p:nvGraphicFramePr>
        <p:xfrm>
          <a:off x="4813300" y="2614612"/>
          <a:ext cx="3968747" cy="37528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C68A55F-7B32-44D8-AEE5-1AF4053265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1490" y="429030"/>
            <a:ext cx="2125980" cy="5457589"/>
          </a:xfrm>
        </p:spPr>
        <p:txBody>
          <a:bodyPr anchor="ctr">
            <a:normAutofit/>
          </a:bodyPr>
          <a:lstStyle/>
          <a:p>
            <a:r>
              <a:rPr lang="en-US" sz="3000"/>
              <a:t>Ideas Innovadoras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D1AAA2C-FBBE-42AA-B869-31D524B765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1490" y="6112341"/>
            <a:ext cx="812673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F937BBF-9326-4230-AB1B-F1795E3505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527048" y="5040414"/>
            <a:ext cx="54864" cy="21259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356E5F83-5400-AD8C-EEB2-9D56BA888EC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28070902"/>
              </p:ext>
            </p:extLst>
          </p:nvPr>
        </p:nvGraphicFramePr>
        <p:xfrm>
          <a:off x="3031236" y="429030"/>
          <a:ext cx="5589270" cy="54597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545</Words>
  <Application>Microsoft Office PowerPoint</Application>
  <PresentationFormat>On-screen Show (4:3)</PresentationFormat>
  <Paragraphs>80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Resumen Ejecutivo</vt:lpstr>
      <vt:lpstr>Introducción</vt:lpstr>
      <vt:lpstr>Recolección y Limpieza de Datos</vt:lpstr>
      <vt:lpstr>EDA y Visualización Interactiva</vt:lpstr>
      <vt:lpstr>Análisis Predictivo</vt:lpstr>
      <vt:lpstr>Resultados de EDA</vt:lpstr>
      <vt:lpstr>Resultados de SQL</vt:lpstr>
      <vt:lpstr>Mapas Interactivos (Folium)</vt:lpstr>
      <vt:lpstr>Dashboard Interactivo</vt:lpstr>
      <vt:lpstr>Resultados del Modelo</vt:lpstr>
      <vt:lpstr>Conclusión</vt:lpstr>
      <vt:lpstr>Ideas Innovadoras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Daniel .</dc:creator>
  <cp:keywords/>
  <dc:description>generated using python-pptx</dc:description>
  <cp:lastModifiedBy>Daniel Santiago Varela Guerrero</cp:lastModifiedBy>
  <cp:revision>3</cp:revision>
  <dcterms:created xsi:type="dcterms:W3CDTF">2013-01-27T09:14:16Z</dcterms:created>
  <dcterms:modified xsi:type="dcterms:W3CDTF">2026-03-17T14:54:23Z</dcterms:modified>
  <cp:category/>
</cp:coreProperties>
</file>